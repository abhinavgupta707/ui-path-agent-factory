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2985c3ac1748bf" /><Relationship Type="http://schemas.openxmlformats.org/officeDocument/2006/relationships/extended-properties" Target="/docProps/app.xml" Id="R3aab3377bc204f24" /><Relationship Type="http://schemas.openxmlformats.org/officeDocument/2006/relationships/officeDocument" Target="/ppt/presentation.xml" Id="R899cb7d4c39941ae" /></Relationships>
</file>

<file path=ppt/presentation.xml><?xml version="1.0" encoding="utf-8"?>
<p:presentation xmlns:p="http://schemas.openxmlformats.org/presentationml/2006/main">
  <p:sldMasterIdLst>
    <p:sldMasterId xmlns:r="http://schemas.openxmlformats.org/officeDocument/2006/relationships" id="2147483648" r:id="R4183e17a767d498e"/>
  </p:sldMasterIdLst>
  <p:notesMasterIdLst>
    <p:notesMasterId xmlns:r="http://schemas.openxmlformats.org/officeDocument/2006/relationships" r:id="Rff803461495b4224"/>
  </p:notesMasterIdLst>
  <p:sldIdLst>
    <p:sldId xmlns:r="http://schemas.openxmlformats.org/officeDocument/2006/relationships" id="256" r:id="Rdfd5997dc5534e22"/>
    <p:sldId xmlns:r="http://schemas.openxmlformats.org/officeDocument/2006/relationships" id="257" r:id="Rcf0528512c584d1b"/>
    <p:sldId xmlns:r="http://schemas.openxmlformats.org/officeDocument/2006/relationships" id="258" r:id="Re7029372d5e1431f"/>
    <p:sldId xmlns:r="http://schemas.openxmlformats.org/officeDocument/2006/relationships" id="259" r:id="R9b3b4bfd67aa48b3"/>
    <p:sldId xmlns:r="http://schemas.openxmlformats.org/officeDocument/2006/relationships" id="260" r:id="R73c9ee98cf404f47"/>
  </p:sldIdLst>
  <p:sldSz cx="121793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D7072550-EF59-46E0-827C-C5B7B6B1D680}">
  <a:tblStyle styleId="{D7072550-EF59-46E0-827C-C5B7B6B1D6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b44fca9b47a0471d" /><Relationship Type="http://schemas.openxmlformats.org/officeDocument/2006/relationships/slideMaster" Target="/ppt/slideMasters/slideMaster1.xml" Id="R4183e17a767d498e" /><Relationship Type="http://schemas.openxmlformats.org/officeDocument/2006/relationships/notesMaster" Target="/ppt/notesMasters/notesMaster1.xml" Id="Rff803461495b4224" /><Relationship Type="http://schemas.openxmlformats.org/officeDocument/2006/relationships/presProps" Target="/ppt/presProps.xml" Id="R7cac2c89d51348db" /><Relationship Type="http://schemas.openxmlformats.org/officeDocument/2006/relationships/tableStyles" Target="/ppt/tableStyles.xml" Id="R706382e0747d4bc3" /><Relationship Type="http://schemas.openxmlformats.org/officeDocument/2006/relationships/slide" Target="/ppt/slides/slide1.xml" Id="Rdfd5997dc5534e22" /><Relationship Type="http://schemas.openxmlformats.org/officeDocument/2006/relationships/slide" Target="/ppt/slides/slide2.xml" Id="Rcf0528512c584d1b" /><Relationship Type="http://schemas.openxmlformats.org/officeDocument/2006/relationships/slide" Target="/ppt/slides/slide3.xml" Id="Re7029372d5e1431f" /><Relationship Type="http://schemas.openxmlformats.org/officeDocument/2006/relationships/slide" Target="/ppt/slides/slide4.xml" Id="R9b3b4bfd67aa48b3" /><Relationship Type="http://schemas.openxmlformats.org/officeDocument/2006/relationships/slide" Target="/ppt/slides/slide5.xml" Id="R73c9ee98cf404f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817bbde68e42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iPath color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99f554af2b4a9d" /><Relationship Type="http://schemas.openxmlformats.org/officeDocument/2006/relationships/notesMaster" Target="/ppt/notesMasters/notesMaster1.xml" Id="R633679b2488b40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2ec5302437426c" /><Relationship Type="http://schemas.openxmlformats.org/officeDocument/2006/relationships/notesMaster" Target="/ppt/notesMasters/notesMaster1.xml" Id="R8d5884eb61e947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1ee3281ffc4fc2" /><Relationship Type="http://schemas.openxmlformats.org/officeDocument/2006/relationships/notesMaster" Target="/ppt/notesMasters/notesMaster1.xml" Id="R42e548f2665844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c6f42ce8574ed0" /><Relationship Type="http://schemas.openxmlformats.org/officeDocument/2006/relationships/notesMaster" Target="/ppt/notesMasters/notesMaster1.xml" Id="R46c7b834fcb647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58201efffe4d91" /><Relationship Type="http://schemas.openxmlformats.org/officeDocument/2006/relationships/notesMaster" Target="/ppt/notesMasters/notesMaster1.xml" Id="R06f827262f7f44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59ab7df2234422" /><Relationship Type="http://schemas.openxmlformats.org/officeDocument/2006/relationships/image" Target="/ppt/media/image2.png" Id="R86f2cd2e1d994520" /><Relationship Type="http://schemas.openxmlformats.org/officeDocument/2006/relationships/image" Target="/ppt/media/image3.png" Id="R854e50a354a24f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b285a9b6f54808" /><Relationship Type="http://schemas.openxmlformats.org/officeDocument/2006/relationships/image" Target="/ppt/media/image4.png" Id="Rafddb07c47a141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afa70ba7554c98" /><Relationship Type="http://schemas.openxmlformats.org/officeDocument/2006/relationships/image" Target="/ppt/media/image5.png" Id="R77a1dd63e3e14ffe" /><Relationship Type="http://schemas.openxmlformats.org/officeDocument/2006/relationships/image" Target="/ppt/media/image6.png" Id="R0290596281ef4590" /><Relationship Type="http://schemas.openxmlformats.org/officeDocument/2006/relationships/image" Target="/ppt/media/image7.png" Id="Rdf3c5ab544a144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dbbf401c25486e" /><Relationship Type="http://schemas.openxmlformats.org/officeDocument/2006/relationships/image" Target="/ppt/media/image.png" Id="Rf1d633a45c144114" /><Relationship Type="http://schemas.openxmlformats.org/officeDocument/2006/relationships/image" Target="/ppt/media/image8.png" Id="R3647477a11544c2b" /><Relationship Type="http://schemas.openxmlformats.org/officeDocument/2006/relationships/image" Target="/ppt/media/image4.png" Id="R70ab1b9cd7424e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4fff83fc144b43" /><Relationship Type="http://schemas.openxmlformats.org/officeDocument/2006/relationships/image" Target="/ppt/media/image9.png" Id="Rf40badb09fb440de" /><Relationship Type="http://schemas.openxmlformats.org/officeDocument/2006/relationships/image" Target="/ppt/media/image10.png" Id="R4cc4641dc80e4221" /><Relationship Type="http://schemas.openxmlformats.org/officeDocument/2006/relationships/image" Target="/ppt/media/image11.png" Id="Refc78d45f9e248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1d482916fb48f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85852bfbb134a6f" /><Relationship Type="http://schemas.openxmlformats.org/officeDocument/2006/relationships/image" Target="/ppt/media/image11.png" Id="Ra9fcc890c1c942c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68cfe9c7a414e94" /><Relationship Type="http://schemas.openxmlformats.org/officeDocument/2006/relationships/image" Target="/ppt/media/image11.png" Id="R9bad166e5de246c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c55263dc61c4b7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b2c135e57e54b6b" /><Relationship Type="http://schemas.openxmlformats.org/officeDocument/2006/relationships/image" Target="/ppt/media/image11.png" Id="R5f4c3c6d74e1462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c1e7db7fa2c49ea" /><Relationship Type="http://schemas.openxmlformats.org/officeDocument/2006/relationships/image" Target="/ppt/media/image11.png" Id="Rf57946a141fa4ab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4325b9afe1e4429" /><Relationship Type="http://schemas.openxmlformats.org/officeDocument/2006/relationships/image" Target="/ppt/media/image12.png" Id="Re797b32d7c32443c" /><Relationship Type="http://schemas.openxmlformats.org/officeDocument/2006/relationships/image" Target="/ppt/media/image11.png" Id="R6a4c1298c02e42f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2cf7acc9e014c2b" /><Relationship Type="http://schemas.openxmlformats.org/officeDocument/2006/relationships/image" Target="/ppt/media/image13.png" Id="R173f80f72b3e44bb" /><Relationship Type="http://schemas.openxmlformats.org/officeDocument/2006/relationships/image" Target="/ppt/media/image11.png" Id="Rbc51a5ba8cd2461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cdeff07976e642aa" /><Relationship Type="http://schemas.openxmlformats.org/officeDocument/2006/relationships/image" Target="/ppt/media/image14.png" Id="R8cf8e5ab5cbb4a9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33a500c10af14de7" /><Relationship Type="http://schemas.openxmlformats.org/officeDocument/2006/relationships/image" Target="/ppt/media/image11.png" Id="R9f70290c3a864475"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2ee5851d11ce4eaa" /><Relationship Type="http://schemas.openxmlformats.org/officeDocument/2006/relationships/image" Target="/ppt/media/image11.png" Id="R108ebde450704147"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1688a0a3173a4032" /><Relationship Type="http://schemas.openxmlformats.org/officeDocument/2006/relationships/image" Target="/ppt/media/image11.png" Id="Rbee889d86f9942ab"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78304ad7432d46c0" /><Relationship Type="http://schemas.openxmlformats.org/officeDocument/2006/relationships/image" Target="/ppt/media/image11.png" Id="Rf1207461cfb44dec"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e3ebbaa366514d32"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46dc1de6085442eb" /><Relationship Type="http://schemas.openxmlformats.org/officeDocument/2006/relationships/image" Target="/ppt/media/image11.png" Id="R4aed07ca7c8c4575"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81c3533488554f5a" /><Relationship Type="http://schemas.openxmlformats.org/officeDocument/2006/relationships/image" Target="/ppt/media/image11.png" Id="Ra7516fc1abba4cbe"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c74d4eee2ec24529" /><Relationship Type="http://schemas.openxmlformats.org/officeDocument/2006/relationships/image" Target="/ppt/media/image15.png" Id="Ra9f8e71a7f3349cf" /><Relationship Type="http://schemas.openxmlformats.org/officeDocument/2006/relationships/image" Target="/ppt/media/image11.png" Id="R6d7dd34a37fb4b35" /></Relationships>
</file>

<file path=ppt/slideLayouts/slideLayout1.xml><?xml version="1.0" encoding="utf-8"?>
<p:sldLayout xmlns:p="http://schemas.openxmlformats.org/presentationml/2006/main" showMasterSp="0" matchingName="Section Header">
  <p:cSld name="Section Header">
    <p:bg>
      <p:bgPr>
        <a:solidFill xmlns:a="http://schemas.openxmlformats.org/drawingml/2006/main">
          <a:srgbClr val="0BA2B3"/>
        </a:solidFill>
      </p:bgPr>
    </p:bg>
    <p:spTree>
      <p:nvGrpSpPr>
        <p:cNvPr id="1" name=""/>
        <p:cNvGrpSpPr/>
        <p:nvPr/>
      </p:nvGrpSpPr>
      <p:grpSpPr>
        <a:xfrm xmlns:a="http://schemas.openxmlformats.org/drawingml/2006/main"/>
      </p:grpSpPr>
      <p:pic>
        <p:nvPicPr>
          <p:cNvPr id="1" name="Google Shape;11;p9"/>
          <p:cNvPicPr>
            <a:picLocks xmlns:a="http://schemas.openxmlformats.org/drawingml/2006/main" noChangeAspect="1"/>
          </p:cNvPicPr>
          <p:nvPr/>
        </p:nvPicPr>
        <p:blipFill rotWithShape="1">
          <a:blip xmlns:r="http://schemas.openxmlformats.org/officeDocument/2006/relationships" xmlns:a="http://schemas.openxmlformats.org/drawingml/2006/main" r:embed="R86f2cd2e1d994520">
            <a:alphaModFix/>
          </a:blip>
          <a:srcRect xmlns:a="http://schemas.openxmlformats.org/drawingml/2006/main" l="0" t="0" r="0" b="0"/>
          <a:stretch xmlns:a="http://schemas.openxmlformats.org/drawingml/2006/main"/>
        </p:blipFill>
        <p:spPr>
          <a:xfrm xmlns:a="http://schemas.openxmlformats.org/drawingml/2006/main">
            <a:off x="10489770" y="5461000"/>
            <a:ext cx="1524000" cy="1206500"/>
          </a:xfrm>
          <a:prstGeom xmlns:a="http://schemas.openxmlformats.org/drawingml/2006/main" prst="rect">
            <a:avLst/>
          </a:prstGeom>
          <a:ln xmlns:a="http://schemas.openxmlformats.org/drawingml/2006/main">
            <a:noFill/>
          </a:ln>
        </p:spPr>
      </p:pic>
      <p:sp>
        <p:nvSpPr>
          <p:cNvPr id="12" name="Google Shape;12;p9">
            <a:extLst xmlns:a="http://schemas.openxmlformats.org/drawingml/2006/main">
              <a:ext uri="{FF2B5EF4-FFF2-40B4-BE49-F238E27FC236}">
                <a16:creationId xmlns:a16="http://schemas.microsoft.com/office/drawing/2014/main" id="{218F502C-D31D-4872-8B8A-EB5E746CF7EA}"/>
              </a:ext>
            </a:extLst>
          </p:cNvPr>
          <p:cNvSpPr>
            <a:spLocks xmlns:a="http://schemas.openxmlformats.org/drawingml/2006/main" noGrp="1"/>
          </p:cNvSpPr>
          <p:nvPr/>
        </p:nvSpPr>
        <p:spPr>
          <a:xfrm xmlns:a="http://schemas.openxmlformats.org/drawingml/2006/main">
            <a:off x="3554946" y="4955133"/>
            <a:ext cx="2120057" cy="1"/>
          </a:xfrm>
          <a:custGeom xmlns:a="http://schemas.openxmlformats.org/drawingml/2006/main">
            <a:rect l="l" t="t" r="r" b="b"/>
            <a:pathLst>
              <a:path w="21600" h="120000">
                <a:moveTo>
                  <a:pt x="0" y="0"/>
                </a:moveTo>
                <a:lnTo>
                  <a:pt x="21600" y="0"/>
                </a:lnTo>
                <a:lnTo>
                  <a:pt x="21600" y="0"/>
                </a:lnTo>
                <a:lnTo>
                  <a:pt x="0" y="0"/>
                </a:lnTo>
                <a:close/>
              </a:path>
            </a:pathLst>
          </a:cu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indent="0" algn="ctr">
              <a:lnSpc>
                <a:spcPct val="157142"/>
              </a:lnSpc>
              <a:spcBef>
                <a:spcPts val="0"/>
              </a:spcBef>
              <a:spcAft>
                <a:spcPts val="0"/>
              </a:spcAft>
              <a:buNone/>
            </a:pPr>
            <a:r>
              <a:rPr sz="1400" b="1" i="0" u="none" cap="none">
                <a:solidFill>
                  <a:srgbClr val="B40000"/>
                </a:solidFill>
                <a:latin typeface="Arial"/>
                <a:ea typeface="Arial"/>
                <a:cs typeface="Arial"/>
              </a:rPr>
              <a:t> </a:t>
            </a:r>
          </a:p>
        </p:txBody>
      </p:sp>
      <p:sp>
        <p:nvSpPr>
          <p:cNvPr id="13" name="Google Shape;13;p9">
            <a:extLst xmlns:a="http://schemas.openxmlformats.org/drawingml/2006/main">
              <a:ext uri="{FF2B5EF4-FFF2-40B4-BE49-F238E27FC236}">
                <a16:creationId xmlns:a16="http://schemas.microsoft.com/office/drawing/2014/main" id="{DB27DB13-3AD4-48B7-8EB1-1A6D75D32214}"/>
              </a:ext>
            </a:extLst>
          </p:cNvPr>
          <p:cNvSpPr>
            <a:spLocks xmlns:a="http://schemas.openxmlformats.org/drawingml/2006/main" noGrp="1"/>
          </p:cNvSpPr>
          <p:nvPr>
            <p:ph type="body" idx="1"/>
          </p:nvPr>
        </p:nvSpPr>
        <p:spPr>
          <a:xfrm xmlns:a="http://schemas.openxmlformats.org/drawingml/2006/main">
            <a:off x="640800" y="5886454"/>
            <a:ext cx="8280000" cy="4517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500" b="0" i="0" u="none" cap="none">
                <a:solidFill>
                  <a:schemeClr val="dk1"/>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007565"/>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4" name="Google Shape;14;p9">
            <a:extLst xmlns:a="http://schemas.openxmlformats.org/drawingml/2006/main">
              <a:ext uri="{FF2B5EF4-FFF2-40B4-BE49-F238E27FC236}">
                <a16:creationId xmlns:a16="http://schemas.microsoft.com/office/drawing/2014/main" id="{E77031C2-A8D4-41E6-9A2D-111038BEF765}"/>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noFill xmlns:a="http://schemas.openxmlformats.org/drawingml/2006/main"/>
          <a:ln xmlns:a="http://schemas.openxmlformats.org/drawingml/2006/main" w="9525" cmpd="sng">
            <a:solidFill>
              <a:schemeClr val="lt1"/>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sp>
        <p:nvSpPr>
          <p:cNvPr id="15" name="Google Shape;15;p9">
            <a:extLst xmlns:a="http://schemas.openxmlformats.org/drawingml/2006/main">
              <a:ext uri="{FF2B5EF4-FFF2-40B4-BE49-F238E27FC236}">
                <a16:creationId xmlns:a16="http://schemas.microsoft.com/office/drawing/2014/main" id="{681AB660-724D-4EF6-9A92-54A467D83E8A}"/>
              </a:ext>
            </a:extLst>
          </p:cNvPr>
          <p:cNvSpPr>
            <a:spLocks xmlns:a="http://schemas.openxmlformats.org/drawingml/2006/main" noGrp="1"/>
          </p:cNvSpPr>
          <p:nvPr>
            <p:ph type="title" idx="0"/>
          </p:nvPr>
        </p:nvSpPr>
        <p:spPr>
          <a:xfrm xmlns:a="http://schemas.openxmlformats.org/drawingml/2006/main">
            <a:off x="640800" y="4843803"/>
            <a:ext cx="8280000" cy="1037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sz="4000">
                <a:solidFill>
                  <a:srgbClr val="FFFFFF"/>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pic>
        <p:nvPicPr>
          <p:cNvPr id="16" name="Google Shape;16;p9"/>
          <p:cNvPicPr>
            <a:picLocks xmlns:a="http://schemas.openxmlformats.org/drawingml/2006/main" noChangeAspect="1"/>
          </p:cNvPicPr>
          <p:nvPr/>
        </p:nvPicPr>
        <p:blipFill rotWithShape="1">
          <a:blip xmlns:r="http://schemas.openxmlformats.org/officeDocument/2006/relationships" xmlns:a="http://schemas.openxmlformats.org/drawingml/2006/main" r:embed="R854e50a354a24fc8">
            <a:alphaModFix/>
          </a:blip>
          <a:srcRect xmlns:a="http://schemas.openxmlformats.org/drawingml/2006/main" l="0" t="0" r="0" b="0"/>
          <a:stretch xmlns:a="http://schemas.openxmlformats.org/drawingml/2006/main"/>
        </p:blipFill>
        <p:spPr>
          <a:xfrm xmlns:a="http://schemas.openxmlformats.org/drawingml/2006/main">
            <a:off x="10616196" y="435122"/>
            <a:ext cx="1116970" cy="363664"/>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Slide with logo">
  <p:cSld name="Slide with logo">
    <p:spTree>
      <p:nvGrpSpPr>
        <p:cNvPr id="1" name=""/>
        <p:cNvGrpSpPr/>
        <p:nvPr/>
      </p:nvGrpSpPr>
      <p:grpSpPr>
        <a:xfrm xmlns:a="http://schemas.openxmlformats.org/drawingml/2006/main"/>
      </p:grpSpPr>
      <p:sp>
        <p:nvSpPr>
          <p:cNvPr id="18" name="Google Shape;18;p10">
            <a:extLst xmlns:a="http://schemas.openxmlformats.org/drawingml/2006/main">
              <a:ext uri="{FF2B5EF4-FFF2-40B4-BE49-F238E27FC236}">
                <a16:creationId xmlns:a16="http://schemas.microsoft.com/office/drawing/2014/main" id="{0A991376-5C2B-4EB5-818F-7CF5484D98D1}"/>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a:lvl1pPr>
            <a:lvl2pPr marL="0" indent="0" algn="r">
              <a:lnSpc>
                <a:spcPct val="100000"/>
              </a:lnSpc>
              <a:spcBef>
                <a:spcPts val="0"/>
              </a:spcBef>
              <a:spcAft>
                <a:spcPts val="0"/>
              </a:spcAft>
              <a:buNone/>
              <a:defRPr/>
            </a:lvl2pPr>
            <a:lvl3pPr marL="0" indent="0" algn="r">
              <a:lnSpc>
                <a:spcPct val="100000"/>
              </a:lnSpc>
              <a:spcBef>
                <a:spcPts val="0"/>
              </a:spcBef>
              <a:spcAft>
                <a:spcPts val="0"/>
              </a:spcAft>
              <a:buNone/>
              <a:defRPr/>
            </a:lvl3pPr>
            <a:lvl4pPr marL="0" indent="0" algn="r">
              <a:lnSpc>
                <a:spcPct val="100000"/>
              </a:lnSpc>
              <a:spcBef>
                <a:spcPts val="0"/>
              </a:spcBef>
              <a:spcAft>
                <a:spcPts val="0"/>
              </a:spcAft>
              <a:buNone/>
              <a:defRPr/>
            </a:lvl4pPr>
            <a:lvl5pPr marL="0" indent="0" algn="r">
              <a:lnSpc>
                <a:spcPct val="100000"/>
              </a:lnSpc>
              <a:spcBef>
                <a:spcPts val="0"/>
              </a:spcBef>
              <a:spcAft>
                <a:spcPts val="0"/>
              </a:spcAft>
              <a:buNone/>
              <a:defRPr/>
            </a:lvl5pPr>
            <a:lvl6pPr marL="0" indent="0" algn="r">
              <a:lnSpc>
                <a:spcPct val="100000"/>
              </a:lnSpc>
              <a:spcBef>
                <a:spcPts val="0"/>
              </a:spcBef>
              <a:spcAft>
                <a:spcPts val="0"/>
              </a:spcAft>
              <a:buNone/>
              <a:defRPr/>
            </a:lvl6pPr>
            <a:lvl7pPr marL="0" indent="0" algn="r">
              <a:lnSpc>
                <a:spcPct val="100000"/>
              </a:lnSpc>
              <a:spcBef>
                <a:spcPts val="0"/>
              </a:spcBef>
              <a:spcAft>
                <a:spcPts val="0"/>
              </a:spcAft>
              <a:buNone/>
              <a:defRPr/>
            </a:lvl7pPr>
            <a:lvl8pPr marL="0" indent="0" algn="r">
              <a:lnSpc>
                <a:spcPct val="100000"/>
              </a:lnSpc>
              <a:spcBef>
                <a:spcPts val="0"/>
              </a:spcBef>
              <a:spcAft>
                <a:spcPts val="0"/>
              </a:spcAft>
              <a:buNone/>
              <a:defRPr/>
            </a:lvl8pPr>
            <a:lvl9pPr marL="0" indent="0" algn="r">
              <a:lnSpc>
                <a:spcPct val="100000"/>
              </a:lnSpc>
              <a:spcBef>
                <a:spcPts val="0"/>
              </a:spcBef>
              <a:spcAft>
                <a:spcPts val="0"/>
              </a:spcAft>
              <a:buNone/>
              <a:defRPr/>
            </a:lvl9pPr>
          </a:lstStyle>
          <a:p xmlns:a="http://schemas.openxmlformats.org/drawingml/2006/main">
            <a:pPr marL="0" indent="0" algn="r">
              <a:spcBef>
                <a:spcPts val="0"/>
              </a:spcBef>
              <a:spcAft>
                <a:spcPts val="0"/>
              </a:spcAft>
              <a:buNone/>
            </a:pPr>
            <a:fld id="{00000000-1234-1234-1234-123412341234}" type="slidenum">
              <a:t>‹#›</a:t>
            </a:fld>
          </a:p>
        </p:txBody>
      </p:sp>
      <p:sp>
        <p:nvSpPr>
          <p:cNvPr id="19" name="Google Shape;19;p10">
            <a:extLst xmlns:a="http://schemas.openxmlformats.org/drawingml/2006/main">
              <a:ext uri="{FF2B5EF4-FFF2-40B4-BE49-F238E27FC236}">
                <a16:creationId xmlns:a16="http://schemas.microsoft.com/office/drawing/2014/main" id="{5421ED86-D0FE-412E-909C-E5699E7E64ED}"/>
              </a:ext>
            </a:extLst>
          </p:cNvPr>
          <p:cNvSpPr>
            <a:spLocks xmlns:a="http://schemas.openxmlformats.org/drawingml/2006/main" noGrp="1"/>
          </p:cNvSpPr>
          <p:nvPr/>
        </p:nvSpPr>
        <p:spPr>
          <a:xfrm xmlns:a="http://schemas.openxmlformats.org/drawingml/2006/main">
            <a:off x="10297948" y="1240221"/>
            <a:ext cx="1481958" cy="672662"/>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lt1"/>
            </a:solidFill>
            <a:prstDash val="solid"/>
          </a:ln>
        </p:spPr>
        <p:txBody>
          <a:bodyPr xmlns:a="http://schemas.openxmlformats.org/drawingml/2006/main" spcFirstLastPara="1" wrap="square" lIns="91425" tIns="91425" rIns="91425" bIns="91425" anchor="ctr">
            <a:sp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20" name="Google Shape;20;p10"/>
          <p:cNvPicPr>
            <a:picLocks xmlns:a="http://schemas.openxmlformats.org/drawingml/2006/main" noChangeAspect="1"/>
          </p:cNvPicPr>
          <p:nvPr/>
        </p:nvPicPr>
        <p:blipFill rotWithShape="1">
          <a:blip xmlns:r="http://schemas.openxmlformats.org/officeDocument/2006/relationships" xmlns:a="http://schemas.openxmlformats.org/drawingml/2006/main" r:embed="Rafddb07c47a141ce">
            <a:alphaModFix/>
          </a:blip>
          <a:srcRect xmlns:a="http://schemas.openxmlformats.org/drawingml/2006/main" l="0" t="0" r="0" b="0"/>
          <a:stretch xmlns:a="http://schemas.openxmlformats.org/drawingml/2006/main"/>
        </p:blipFill>
        <p:spPr>
          <a:xfrm xmlns:a="http://schemas.openxmlformats.org/drawingml/2006/main">
            <a:off x="10629023" y="362581"/>
            <a:ext cx="1150883" cy="430546"/>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Title and 2 Contents">
  <p:cSld name="Title and 2 Contents">
    <p:spTree>
      <p:nvGrpSpPr>
        <p:cNvPr id="1" name=""/>
        <p:cNvGrpSpPr/>
        <p:nvPr/>
      </p:nvGrpSpPr>
      <p:grpSpPr>
        <a:xfrm xmlns:a="http://schemas.openxmlformats.org/drawingml/2006/main"/>
      </p:grpSpPr>
      <p:pic>
        <p:nvPicPr>
          <p:cNvPr id="1" name="Google Shape;22;p11"/>
          <p:cNvPicPr>
            <a:picLocks xmlns:a="http://schemas.openxmlformats.org/drawingml/2006/main" noChangeAspect="1"/>
          </p:cNvPicPr>
          <p:nvPr/>
        </p:nvPicPr>
        <p:blipFill rotWithShape="1">
          <a:blip xmlns:r="http://schemas.openxmlformats.org/officeDocument/2006/relationships" xmlns:a="http://schemas.openxmlformats.org/drawingml/2006/main" r:embed="R77a1dd63e3e14ffe">
            <a:alphaModFix/>
          </a:blip>
          <a:srcRect xmlns:a="http://schemas.openxmlformats.org/drawingml/2006/main" l="0" t="0" r="0" b="0"/>
          <a:stretch xmlns:a="http://schemas.openxmlformats.org/drawingml/2006/main"/>
        </p:blipFill>
        <p:spPr>
          <a:xfrm xmlns:a="http://schemas.openxmlformats.org/drawingml/2006/main">
            <a:off x="6089650" y="0"/>
            <a:ext cx="6089650" cy="2087592"/>
          </a:xfrm>
          <a:prstGeom xmlns:a="http://schemas.openxmlformats.org/drawingml/2006/main" prst="rect">
            <a:avLst/>
          </a:prstGeom>
          <a:ln xmlns:a="http://schemas.openxmlformats.org/drawingml/2006/main">
            <a:noFill/>
          </a:ln>
        </p:spPr>
      </p:pic>
      <p:pic>
        <p:nvPicPr>
          <p:cNvPr id="2" name="Google Shape;23;p11"/>
          <p:cNvPicPr>
            <a:picLocks xmlns:a="http://schemas.openxmlformats.org/drawingml/2006/main" noChangeAspect="1"/>
          </p:cNvPicPr>
          <p:nvPr/>
        </p:nvPicPr>
        <p:blipFill rotWithShape="1">
          <a:blip xmlns:r="http://schemas.openxmlformats.org/officeDocument/2006/relationships" xmlns:a="http://schemas.openxmlformats.org/drawingml/2006/main" r:embed="R0290596281ef4590">
            <a:alphaModFix/>
          </a:blip>
          <a:srcRect xmlns:a="http://schemas.openxmlformats.org/drawingml/2006/main" l="0" t="0" r="0" b="0"/>
          <a:stretch xmlns:a="http://schemas.openxmlformats.org/drawingml/2006/main"/>
        </p:blipFill>
        <p:spPr>
          <a:xfrm xmlns:a="http://schemas.openxmlformats.org/drawingml/2006/main">
            <a:off x="0" y="2692400"/>
            <a:ext cx="4178300" cy="4165600"/>
          </a:xfrm>
          <a:prstGeom xmlns:a="http://schemas.openxmlformats.org/drawingml/2006/main" prst="rect">
            <a:avLst/>
          </a:prstGeom>
          <a:ln xmlns:a="http://schemas.openxmlformats.org/drawingml/2006/main">
            <a:noFill/>
          </a:ln>
        </p:spPr>
      </p:pic>
      <p:sp>
        <p:nvSpPr>
          <p:cNvPr id="24" name="Google Shape;24;p11">
            <a:extLst xmlns:a="http://schemas.openxmlformats.org/drawingml/2006/main">
              <a:ext uri="{FF2B5EF4-FFF2-40B4-BE49-F238E27FC236}">
                <a16:creationId xmlns:a16="http://schemas.microsoft.com/office/drawing/2014/main" id="{3646FB1A-F49A-450B-9310-3DF272D6B31A}"/>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chemeClr val="dk1"/>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25" name="Google Shape;25;p11">
            <a:extLst xmlns:a="http://schemas.openxmlformats.org/drawingml/2006/main">
              <a:ext uri="{FF2B5EF4-FFF2-40B4-BE49-F238E27FC236}">
                <a16:creationId xmlns:a16="http://schemas.microsoft.com/office/drawing/2014/main" id="{D4A741E9-4E5C-4DA6-BFD5-A4790CC0D8C0}"/>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dk1"/>
                </a:solidFill>
                <a:latin typeface="Arial"/>
                <a:ea typeface="Arial"/>
                <a:cs typeface="Arial"/>
              </a:defRPr>
            </a:lvl1pPr>
            <a:lvl2pPr marL="0" indent="0" algn="r">
              <a:lnSpc>
                <a:spcPct val="100000"/>
              </a:lnSpc>
              <a:spcBef>
                <a:spcPts val="0"/>
              </a:spcBef>
              <a:spcAft>
                <a:spcPts val="0"/>
              </a:spcAft>
              <a:buNone/>
              <a:defRPr sz="1000" b="0" i="0" u="none" cap="none">
                <a:solidFill>
                  <a:schemeClr val="dk1"/>
                </a:solidFill>
                <a:latin typeface="Arial"/>
                <a:ea typeface="Arial"/>
                <a:cs typeface="Arial"/>
              </a:defRPr>
            </a:lvl2pPr>
            <a:lvl3pPr marL="0" indent="0" algn="r">
              <a:lnSpc>
                <a:spcPct val="100000"/>
              </a:lnSpc>
              <a:spcBef>
                <a:spcPts val="0"/>
              </a:spcBef>
              <a:spcAft>
                <a:spcPts val="0"/>
              </a:spcAft>
              <a:buNone/>
              <a:defRPr sz="1000" b="0" i="0" u="none" cap="none">
                <a:solidFill>
                  <a:schemeClr val="dk1"/>
                </a:solidFill>
                <a:latin typeface="Arial"/>
                <a:ea typeface="Arial"/>
                <a:cs typeface="Arial"/>
              </a:defRPr>
            </a:lvl3pPr>
            <a:lvl4pPr marL="0" indent="0" algn="r">
              <a:lnSpc>
                <a:spcPct val="100000"/>
              </a:lnSpc>
              <a:spcBef>
                <a:spcPts val="0"/>
              </a:spcBef>
              <a:spcAft>
                <a:spcPts val="0"/>
              </a:spcAft>
              <a:buNone/>
              <a:defRPr sz="1000" b="0" i="0" u="none" cap="none">
                <a:solidFill>
                  <a:schemeClr val="dk1"/>
                </a:solidFill>
                <a:latin typeface="Arial"/>
                <a:ea typeface="Arial"/>
                <a:cs typeface="Arial"/>
              </a:defRPr>
            </a:lvl4pPr>
            <a:lvl5pPr marL="0" indent="0" algn="r">
              <a:lnSpc>
                <a:spcPct val="100000"/>
              </a:lnSpc>
              <a:spcBef>
                <a:spcPts val="0"/>
              </a:spcBef>
              <a:spcAft>
                <a:spcPts val="0"/>
              </a:spcAft>
              <a:buNone/>
              <a:defRPr sz="1000" b="0" i="0" u="none" cap="none">
                <a:solidFill>
                  <a:schemeClr val="dk1"/>
                </a:solidFill>
                <a:latin typeface="Arial"/>
                <a:ea typeface="Arial"/>
                <a:cs typeface="Arial"/>
              </a:defRPr>
            </a:lvl5pPr>
            <a:lvl6pPr marL="0" indent="0" algn="r">
              <a:lnSpc>
                <a:spcPct val="100000"/>
              </a:lnSpc>
              <a:spcBef>
                <a:spcPts val="0"/>
              </a:spcBef>
              <a:spcAft>
                <a:spcPts val="0"/>
              </a:spcAft>
              <a:buNone/>
              <a:defRPr sz="1000" b="0" i="0" u="none" cap="none">
                <a:solidFill>
                  <a:schemeClr val="dk1"/>
                </a:solidFill>
                <a:latin typeface="Arial"/>
                <a:ea typeface="Arial"/>
                <a:cs typeface="Arial"/>
              </a:defRPr>
            </a:lvl6pPr>
            <a:lvl7pPr marL="0" indent="0" algn="r">
              <a:lnSpc>
                <a:spcPct val="100000"/>
              </a:lnSpc>
              <a:spcBef>
                <a:spcPts val="0"/>
              </a:spcBef>
              <a:spcAft>
                <a:spcPts val="0"/>
              </a:spcAft>
              <a:buNone/>
              <a:defRPr sz="1000" b="0" i="0" u="none" cap="none">
                <a:solidFill>
                  <a:schemeClr val="dk1"/>
                </a:solidFill>
                <a:latin typeface="Arial"/>
                <a:ea typeface="Arial"/>
                <a:cs typeface="Arial"/>
              </a:defRPr>
            </a:lvl7pPr>
            <a:lvl8pPr marL="0" indent="0" algn="r">
              <a:lnSpc>
                <a:spcPct val="100000"/>
              </a:lnSpc>
              <a:spcBef>
                <a:spcPts val="0"/>
              </a:spcBef>
              <a:spcAft>
                <a:spcPts val="0"/>
              </a:spcAft>
              <a:buNone/>
              <a:defRPr sz="1000" b="0" i="0" u="none" cap="none">
                <a:solidFill>
                  <a:schemeClr val="dk1"/>
                </a:solidFill>
                <a:latin typeface="Arial"/>
                <a:ea typeface="Arial"/>
                <a:cs typeface="Arial"/>
              </a:defRPr>
            </a:lvl8pPr>
            <a:lvl9pPr marL="0" indent="0" algn="r">
              <a:lnSpc>
                <a:spcPct val="100000"/>
              </a:lnSpc>
              <a:spcBef>
                <a:spcPts val="0"/>
              </a:spcBef>
              <a:spcAft>
                <a:spcPts val="0"/>
              </a:spcAft>
              <a:buNone/>
              <a:defRPr sz="1000" b="0" i="0" u="none" cap="none">
                <a:solidFill>
                  <a:schemeClr val="dk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26" name="Google Shape;26;p11">
            <a:extLst xmlns:a="http://schemas.openxmlformats.org/drawingml/2006/main">
              <a:ext uri="{FF2B5EF4-FFF2-40B4-BE49-F238E27FC236}">
                <a16:creationId xmlns:a16="http://schemas.microsoft.com/office/drawing/2014/main" id="{CCA6E4AB-C5BB-4E1D-9D36-9274B01BB22A}"/>
              </a:ext>
            </a:extLst>
          </p:cNvPr>
          <p:cNvSpPr>
            <a:spLocks xmlns:a="http://schemas.openxmlformats.org/drawingml/2006/main" noGrp="1"/>
          </p:cNvSpPr>
          <p:nvPr>
            <p:ph type="body" idx="1"/>
          </p:nvPr>
        </p:nvSpPr>
        <p:spPr>
          <a:xfrm xmlns:a="http://schemas.openxmlformats.org/drawingml/2006/main">
            <a:off x="360000" y="1440000"/>
            <a:ext cx="504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2200" b="1" i="0" u="none" cap="none">
                <a:solidFill>
                  <a:schemeClr val="dk1"/>
                </a:solidFill>
                <a:latin typeface="Arial"/>
                <a:ea typeface="Arial"/>
                <a:cs typeface="Arial"/>
              </a:defRPr>
            </a:lvl1pPr>
            <a:lvl2pPr marL="914400" indent="-228600" algn="l">
              <a:lnSpc>
                <a:spcPct val="133333"/>
              </a:lnSpc>
              <a:spcBef>
                <a:spcPts val="1000"/>
              </a:spcBef>
              <a:spcAft>
                <a:spcPts val="0"/>
              </a:spcAft>
              <a:buNone/>
              <a:defRPr sz="1200" b="0" i="0" u="none" cap="none">
                <a:solidFill>
                  <a:srgbClr val="172325"/>
                </a:solidFill>
                <a:latin typeface="Arial"/>
                <a:ea typeface="Arial"/>
                <a:cs typeface="Arial"/>
              </a:defRPr>
            </a:lvl2pPr>
            <a:lvl3pPr marL="1371600" indent="-304800" algn="l">
              <a:lnSpc>
                <a:spcPct val="133333"/>
              </a:lnSpc>
              <a:spcBef>
                <a:spcPts val="1000"/>
              </a:spcBef>
              <a:spcAft>
                <a:spcPts val="0"/>
              </a:spcAft>
              <a:buChar char="•"/>
              <a:defRPr sz="1200" b="0" i="0" u="none" cap="none">
                <a:solidFill>
                  <a:schemeClr val="dk1"/>
                </a:solidFill>
                <a:latin typeface="Arial"/>
                <a:ea typeface="Arial"/>
                <a:cs typeface="Arial"/>
              </a:defRPr>
            </a:lvl3pPr>
            <a:lvl4pPr marL="1828800" indent="-228600" algn="l">
              <a:lnSpc>
                <a:spcPct val="100000"/>
              </a:lnSpc>
              <a:spcBef>
                <a:spcPts val="500"/>
              </a:spcBef>
              <a:spcAft>
                <a:spcPts val="0"/>
              </a:spcAft>
              <a:buNone/>
              <a:defRPr sz="1400" b="0" i="0" u="none" cap="none">
                <a:solidFill>
                  <a:srgbClr val="172325"/>
                </a:solidFill>
                <a:latin typeface="Arial"/>
                <a:ea typeface="Arial"/>
                <a:cs typeface="Arial"/>
              </a:defRPr>
            </a:lvl4pPr>
            <a:lvl5pPr marL="2286000" indent="-228600" algn="l">
              <a:lnSpc>
                <a:spcPct val="100000"/>
              </a:lnSpc>
              <a:spcBef>
                <a:spcPts val="500"/>
              </a:spcBef>
              <a:spcAft>
                <a:spcPts val="0"/>
              </a:spcAft>
              <a:buNone/>
              <a:defRPr sz="1400" b="0" i="0" u="none" cap="none">
                <a:solidFill>
                  <a:srgbClr val="17232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FFFFFF"/>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27" name="Google Shape;27;p11">
            <a:extLst xmlns:a="http://schemas.openxmlformats.org/drawingml/2006/main">
              <a:ext uri="{FF2B5EF4-FFF2-40B4-BE49-F238E27FC236}">
                <a16:creationId xmlns:a16="http://schemas.microsoft.com/office/drawing/2014/main" id="{53668334-F60B-46D7-8C8E-4456B31DCD2C}"/>
              </a:ext>
            </a:extLst>
          </p:cNvPr>
          <p:cNvSpPr>
            <a:spLocks xmlns:a="http://schemas.openxmlformats.org/drawingml/2006/main" noGrp="1"/>
          </p:cNvSpPr>
          <p:nvPr>
            <p:ph type="body" idx="2"/>
          </p:nvPr>
        </p:nvSpPr>
        <p:spPr>
          <a:xfrm xmlns:a="http://schemas.openxmlformats.org/drawingml/2006/main">
            <a:off x="360000" y="1799999"/>
            <a:ext cx="5040000" cy="4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dk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dk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dk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dk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dk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28" name="Google Shape;28;p11">
            <a:extLst xmlns:a="http://schemas.openxmlformats.org/drawingml/2006/main">
              <a:ext uri="{FF2B5EF4-FFF2-40B4-BE49-F238E27FC236}">
                <a16:creationId xmlns:a16="http://schemas.microsoft.com/office/drawing/2014/main" id="{671ED1DD-CFC2-45BD-8FDA-B9A47B1CF459}"/>
              </a:ext>
            </a:extLst>
          </p:cNvPr>
          <p:cNvSpPr>
            <a:spLocks xmlns:a="http://schemas.openxmlformats.org/drawingml/2006/main" noGrp="1"/>
          </p:cNvSpPr>
          <p:nvPr>
            <p:ph type="body" idx="3"/>
          </p:nvPr>
        </p:nvSpPr>
        <p:spPr>
          <a:xfrm xmlns:a="http://schemas.openxmlformats.org/drawingml/2006/main">
            <a:off x="6089650" y="1440000"/>
            <a:ext cx="504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2200" b="1" i="0" u="none" cap="none">
                <a:solidFill>
                  <a:schemeClr val="dk1"/>
                </a:solidFill>
                <a:latin typeface="Arial"/>
                <a:ea typeface="Arial"/>
                <a:cs typeface="Arial"/>
              </a:defRPr>
            </a:lvl1pPr>
            <a:lvl2pPr marL="914400" indent="-228600" algn="l">
              <a:lnSpc>
                <a:spcPct val="133333"/>
              </a:lnSpc>
              <a:spcBef>
                <a:spcPts val="1000"/>
              </a:spcBef>
              <a:spcAft>
                <a:spcPts val="0"/>
              </a:spcAft>
              <a:buNone/>
              <a:defRPr sz="1200" b="0" i="0" u="none" cap="none">
                <a:solidFill>
                  <a:srgbClr val="172325"/>
                </a:solidFill>
                <a:latin typeface="Arial"/>
                <a:ea typeface="Arial"/>
                <a:cs typeface="Arial"/>
              </a:defRPr>
            </a:lvl2pPr>
            <a:lvl3pPr marL="1371600" indent="-304800" algn="l">
              <a:lnSpc>
                <a:spcPct val="133333"/>
              </a:lnSpc>
              <a:spcBef>
                <a:spcPts val="1000"/>
              </a:spcBef>
              <a:spcAft>
                <a:spcPts val="0"/>
              </a:spcAft>
              <a:buChar char="•"/>
              <a:defRPr sz="1200" b="0" i="0" u="none" cap="none">
                <a:solidFill>
                  <a:schemeClr val="dk1"/>
                </a:solidFill>
                <a:latin typeface="Arial"/>
                <a:ea typeface="Arial"/>
                <a:cs typeface="Arial"/>
              </a:defRPr>
            </a:lvl3pPr>
            <a:lvl4pPr marL="1828800" indent="-228600" algn="l">
              <a:lnSpc>
                <a:spcPct val="100000"/>
              </a:lnSpc>
              <a:spcBef>
                <a:spcPts val="500"/>
              </a:spcBef>
              <a:spcAft>
                <a:spcPts val="0"/>
              </a:spcAft>
              <a:buNone/>
              <a:defRPr sz="1400" b="0" i="0" u="none" cap="none">
                <a:solidFill>
                  <a:srgbClr val="172325"/>
                </a:solidFill>
                <a:latin typeface="Arial"/>
                <a:ea typeface="Arial"/>
                <a:cs typeface="Arial"/>
              </a:defRPr>
            </a:lvl4pPr>
            <a:lvl5pPr marL="2286000" indent="-228600" algn="l">
              <a:lnSpc>
                <a:spcPct val="100000"/>
              </a:lnSpc>
              <a:spcBef>
                <a:spcPts val="500"/>
              </a:spcBef>
              <a:spcAft>
                <a:spcPts val="0"/>
              </a:spcAft>
              <a:buNone/>
              <a:defRPr sz="1400" b="0" i="0" u="none" cap="none">
                <a:solidFill>
                  <a:srgbClr val="17232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FFFFFF"/>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29" name="Google Shape;29;p11">
            <a:extLst xmlns:a="http://schemas.openxmlformats.org/drawingml/2006/main">
              <a:ext uri="{FF2B5EF4-FFF2-40B4-BE49-F238E27FC236}">
                <a16:creationId xmlns:a16="http://schemas.microsoft.com/office/drawing/2014/main" id="{D46F77AC-F407-4ED0-AC41-9F5D95BDAA95}"/>
              </a:ext>
            </a:extLst>
          </p:cNvPr>
          <p:cNvSpPr>
            <a:spLocks xmlns:a="http://schemas.openxmlformats.org/drawingml/2006/main" noGrp="1"/>
          </p:cNvSpPr>
          <p:nvPr>
            <p:ph type="body" idx="4"/>
          </p:nvPr>
        </p:nvSpPr>
        <p:spPr>
          <a:xfrm xmlns:a="http://schemas.openxmlformats.org/drawingml/2006/main">
            <a:off x="6089650" y="1799999"/>
            <a:ext cx="5040000" cy="4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dk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dk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dk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dk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dk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30" name="Google Shape;30;p11">
            <a:extLst xmlns:a="http://schemas.openxmlformats.org/drawingml/2006/main">
              <a:ext uri="{FF2B5EF4-FFF2-40B4-BE49-F238E27FC236}">
                <a16:creationId xmlns:a16="http://schemas.microsoft.com/office/drawing/2014/main" id="{C58A7E96-1DC8-4640-ABF6-AECD76F580D6}"/>
              </a:ext>
            </a:extLst>
          </p:cNvPr>
          <p:cNvSpPr>
            <a:spLocks xmlns:a="http://schemas.openxmlformats.org/drawingml/2006/main" noGrp="1"/>
          </p:cNvSpPr>
          <p:nvPr/>
        </p:nvSpPr>
        <p:spPr>
          <a:xfrm xmlns:a="http://schemas.openxmlformats.org/drawingml/2006/main">
            <a:off x="500" y="6761480"/>
            <a:ext cx="12178800" cy="9652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31" name="Google Shape;31;p11"/>
          <p:cNvPicPr>
            <a:picLocks xmlns:a="http://schemas.openxmlformats.org/drawingml/2006/main" noChangeAspect="1"/>
          </p:cNvPicPr>
          <p:nvPr/>
        </p:nvPicPr>
        <p:blipFill rotWithShape="1">
          <a:blip xmlns:r="http://schemas.openxmlformats.org/officeDocument/2006/relationships" xmlns:a="http://schemas.openxmlformats.org/drawingml/2006/main" r:embed="Rdf3c5ab544a14475">
            <a:alphaModFix/>
          </a:blip>
          <a:srcRect xmlns:a="http://schemas.openxmlformats.org/drawingml/2006/main" l="0" t="0" r="0" b="0"/>
          <a:stretch xmlns:a="http://schemas.openxmlformats.org/drawingml/2006/main"/>
        </p:blipFill>
        <p:spPr>
          <a:xfrm xmlns:a="http://schemas.openxmlformats.org/drawingml/2006/main">
            <a:off x="10667661" y="404660"/>
            <a:ext cx="1063903" cy="346387"/>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showMasterSp="0" matchingName="Custom Layout">
  <p:cSld name="Custom Layout">
    <p:spTree>
      <p:nvGrpSpPr>
        <p:cNvPr id="1" name=""/>
        <p:cNvGrpSpPr/>
        <p:nvPr/>
      </p:nvGrpSpPr>
      <p:grpSpPr>
        <a:xfrm xmlns:a="http://schemas.openxmlformats.org/drawingml/2006/main"/>
      </p:grpSpPr>
      <p:sp>
        <p:nvSpPr>
          <p:cNvPr id="33" name="Google Shape;33;p12">
            <a:extLst xmlns:a="http://schemas.openxmlformats.org/drawingml/2006/main">
              <a:ext uri="{FF2B5EF4-FFF2-40B4-BE49-F238E27FC236}">
                <a16:creationId xmlns:a16="http://schemas.microsoft.com/office/drawing/2014/main" id="{C6F592B6-BEBF-42F9-B4FB-6AEAA7AE12FF}"/>
              </a:ext>
            </a:extLst>
          </p:cNvPr>
          <p:cNvSpPr>
            <a:spLocks xmlns:a="http://schemas.openxmlformats.org/drawingml/2006/main" noGrp="1"/>
          </p:cNvSpPr>
          <p:nvPr>
            <p:ph type="title" idx="0"/>
          </p:nvPr>
        </p:nvSpPr>
        <p:spPr>
          <a:xfrm xmlns:a="http://schemas.openxmlformats.org/drawingml/2006/main">
            <a:off x="635128" y="4640687"/>
            <a:ext cx="9000000" cy="45729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87500"/>
              </a:lnSpc>
              <a:spcBef>
                <a:spcPts val="0"/>
              </a:spcBef>
              <a:spcAft>
                <a:spcPts val="0"/>
              </a:spcAft>
              <a:buNone/>
              <a:defRPr sz="1600"/>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pic>
        <p:nvPicPr>
          <p:cNvPr id="34" name="Google Shape;34;p12"/>
          <p:cNvPicPr>
            <a:picLocks xmlns:a="http://schemas.openxmlformats.org/drawingml/2006/main" noChangeAspect="1"/>
          </p:cNvPicPr>
          <p:nvPr/>
        </p:nvPicPr>
        <p:blipFill rotWithShape="1">
          <a:blip xmlns:r="http://schemas.openxmlformats.org/officeDocument/2006/relationships" xmlns:a="http://schemas.openxmlformats.org/drawingml/2006/main" r:embed="Rf1d633a45c144114">
            <a:alphaModFix/>
          </a:blip>
          <a:srcRect xmlns:a="http://schemas.openxmlformats.org/drawingml/2006/main" l="0" t="0" r="0" b="0"/>
          <a:stretch xmlns:a="http://schemas.openxmlformats.org/drawingml/2006/main"/>
        </p:blipFill>
        <p:spPr>
          <a:xfrm xmlns:a="http://schemas.openxmlformats.org/drawingml/2006/main">
            <a:off x="10897966" y="362286"/>
            <a:ext cx="833598" cy="416799"/>
          </a:xfrm>
          <a:prstGeom xmlns:a="http://schemas.openxmlformats.org/drawingml/2006/main" prst="rect">
            <a:avLst/>
          </a:prstGeom>
          <a:ln xmlns:a="http://schemas.openxmlformats.org/drawingml/2006/main">
            <a:noFill/>
          </a:ln>
        </p:spPr>
      </p:pic>
      <p:sp>
        <p:nvSpPr>
          <p:cNvPr id="35" name="Google Shape;35;p12">
            <a:extLst xmlns:a="http://schemas.openxmlformats.org/drawingml/2006/main">
              <a:ext uri="{FF2B5EF4-FFF2-40B4-BE49-F238E27FC236}">
                <a16:creationId xmlns:a16="http://schemas.microsoft.com/office/drawing/2014/main" id="{6109CB32-F643-4CEA-B301-B5F090C250DF}"/>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noFill xmlns:a="http://schemas.openxmlformats.org/drawingml/2006/main"/>
          <a:ln xmlns:a="http://schemas.openxmlformats.org/drawingml/2006/main" w="9525" cmpd="sng">
            <a:solidFill>
              <a:schemeClr val="accent1"/>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36" name="Google Shape;36;p12"/>
          <p:cNvPicPr>
            <a:picLocks xmlns:a="http://schemas.openxmlformats.org/drawingml/2006/main" noChangeAspect="1"/>
          </p:cNvPicPr>
          <p:nvPr/>
        </p:nvPicPr>
        <p:blipFill rotWithShape="1">
          <a:blip xmlns:r="http://schemas.openxmlformats.org/officeDocument/2006/relationships" xmlns:a="http://schemas.openxmlformats.org/drawingml/2006/main" r:embed="R3647477a11544c2b">
            <a:alphaModFix/>
          </a:blip>
          <a:srcRect xmlns:a="http://schemas.openxmlformats.org/drawingml/2006/main" l="0" t="0" r="0" b="0"/>
          <a:stretch xmlns:a="http://schemas.openxmlformats.org/drawingml/2006/main"/>
        </p:blipFill>
        <p:spPr>
          <a:xfrm xmlns:a="http://schemas.openxmlformats.org/drawingml/2006/main">
            <a:off x="600348" y="393566"/>
            <a:ext cx="6557643" cy="3556001"/>
          </a:xfrm>
          <a:prstGeom xmlns:a="http://schemas.openxmlformats.org/drawingml/2006/main" prst="rect">
            <a:avLst/>
          </a:prstGeom>
          <a:ln xmlns:a="http://schemas.openxmlformats.org/drawingml/2006/main">
            <a:noFill/>
          </a:ln>
        </p:spPr>
      </p:pic>
      <p:pic>
        <p:nvPicPr>
          <p:cNvPr id="37" name="Google Shape;37;p12"/>
          <p:cNvPicPr>
            <a:picLocks xmlns:a="http://schemas.openxmlformats.org/drawingml/2006/main" noChangeAspect="1"/>
          </p:cNvPicPr>
          <p:nvPr/>
        </p:nvPicPr>
        <p:blipFill rotWithShape="1">
          <a:blip xmlns:r="http://schemas.openxmlformats.org/officeDocument/2006/relationships" xmlns:a="http://schemas.openxmlformats.org/drawingml/2006/main" r:embed="R70ab1b9cd7424e53">
            <a:alphaModFix/>
          </a:blip>
          <a:srcRect xmlns:a="http://schemas.openxmlformats.org/drawingml/2006/main" l="0" t="0" r="0" b="0"/>
          <a:stretch xmlns:a="http://schemas.openxmlformats.org/drawingml/2006/main"/>
        </p:blipFill>
        <p:spPr>
          <a:xfrm xmlns:a="http://schemas.openxmlformats.org/drawingml/2006/main">
            <a:off x="10629023" y="362581"/>
            <a:ext cx="1150883" cy="430546"/>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showMasterSp="0" matchingName="Title Slide">
  <p:cSld name="Title Slide">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1" name="Google Shape;39;p13"/>
          <p:cNvPicPr>
            <a:picLocks xmlns:a="http://schemas.openxmlformats.org/drawingml/2006/main" noChangeAspect="1"/>
          </p:cNvPicPr>
          <p:nvPr/>
        </p:nvPicPr>
        <p:blipFill rotWithShape="1">
          <a:blip xmlns:r="http://schemas.openxmlformats.org/officeDocument/2006/relationships" xmlns:a="http://schemas.openxmlformats.org/drawingml/2006/main" r:embed="Rf40badb09fb440de">
            <a:alphaModFix/>
          </a:blip>
          <a:srcRect xmlns:a="http://schemas.openxmlformats.org/drawingml/2006/main" l="0" t="0" r="0" b="0"/>
          <a:stretch xmlns:a="http://schemas.openxmlformats.org/drawingml/2006/main"/>
        </p:blipFill>
        <p:spPr>
          <a:xfrm xmlns:a="http://schemas.openxmlformats.org/drawingml/2006/main">
            <a:off x="10197670" y="5461000"/>
            <a:ext cx="1816100" cy="1206500"/>
          </a:xfrm>
          <a:prstGeom xmlns:a="http://schemas.openxmlformats.org/drawingml/2006/main" prst="rect">
            <a:avLst/>
          </a:prstGeom>
          <a:ln xmlns:a="http://schemas.openxmlformats.org/drawingml/2006/main">
            <a:noFill/>
          </a:ln>
        </p:spPr>
      </p:pic>
      <p:pic>
        <p:nvPicPr>
          <p:cNvPr id="2" name="Google Shape;40;p13"/>
          <p:cNvPicPr>
            <a:picLocks xmlns:a="http://schemas.openxmlformats.org/drawingml/2006/main" noChangeAspect="1"/>
          </p:cNvPicPr>
          <p:nvPr/>
        </p:nvPicPr>
        <p:blipFill rotWithShape="1">
          <a:blip xmlns:r="http://schemas.openxmlformats.org/officeDocument/2006/relationships" xmlns:a="http://schemas.openxmlformats.org/drawingml/2006/main" r:embed="R4cc4641dc80e4221">
            <a:alphaModFix/>
          </a:blip>
          <a:srcRect xmlns:a="http://schemas.openxmlformats.org/drawingml/2006/main" l="0" t="0" r="0" b="0"/>
          <a:stretch xmlns:a="http://schemas.openxmlformats.org/drawingml/2006/main"/>
        </p:blipFill>
        <p:spPr>
          <a:xfrm xmlns:a="http://schemas.openxmlformats.org/drawingml/2006/main">
            <a:off x="165529" y="190499"/>
            <a:ext cx="1816100" cy="1206500"/>
          </a:xfrm>
          <a:prstGeom xmlns:a="http://schemas.openxmlformats.org/drawingml/2006/main" prst="rect">
            <a:avLst/>
          </a:prstGeom>
          <a:ln xmlns:a="http://schemas.openxmlformats.org/drawingml/2006/main">
            <a:noFill/>
          </a:ln>
        </p:spPr>
      </p:pic>
      <p:sp>
        <p:nvSpPr>
          <p:cNvPr id="41" name="Google Shape;41;p13">
            <a:extLst xmlns:a="http://schemas.openxmlformats.org/drawingml/2006/main">
              <a:ext uri="{FF2B5EF4-FFF2-40B4-BE49-F238E27FC236}">
                <a16:creationId xmlns:a16="http://schemas.microsoft.com/office/drawing/2014/main" id="{FC17E47B-EB06-40E9-94EA-AA1555D07AC1}"/>
              </a:ext>
            </a:extLst>
          </p:cNvPr>
          <p:cNvSpPr>
            <a:spLocks xmlns:a="http://schemas.openxmlformats.org/drawingml/2006/main" noGrp="1"/>
          </p:cNvSpPr>
          <p:nvPr/>
        </p:nvSpPr>
        <p:spPr>
          <a:xfrm xmlns:a="http://schemas.openxmlformats.org/drawingml/2006/main">
            <a:off x="3554946" y="4955133"/>
            <a:ext cx="2120057" cy="1"/>
          </a:xfrm>
          <a:custGeom xmlns:a="http://schemas.openxmlformats.org/drawingml/2006/main">
            <a:rect l="l" t="t" r="r" b="b"/>
            <a:pathLst>
              <a:path w="21600" h="120000">
                <a:moveTo>
                  <a:pt x="0" y="0"/>
                </a:moveTo>
                <a:lnTo>
                  <a:pt x="21600" y="0"/>
                </a:lnTo>
                <a:lnTo>
                  <a:pt x="21600" y="0"/>
                </a:lnTo>
                <a:lnTo>
                  <a:pt x="0" y="0"/>
                </a:lnTo>
                <a:close/>
              </a:path>
            </a:pathLst>
          </a:cu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indent="0" algn="ctr">
              <a:lnSpc>
                <a:spcPct val="157142"/>
              </a:lnSpc>
              <a:spcBef>
                <a:spcPts val="0"/>
              </a:spcBef>
              <a:spcAft>
                <a:spcPts val="0"/>
              </a:spcAft>
              <a:buNone/>
            </a:pPr>
            <a:r>
              <a:rPr sz="1400" b="1" i="0" u="none" cap="none">
                <a:solidFill>
                  <a:srgbClr val="B40000"/>
                </a:solidFill>
                <a:latin typeface="Arial"/>
                <a:ea typeface="Arial"/>
                <a:cs typeface="Arial"/>
              </a:rPr>
              <a:t> </a:t>
            </a:r>
          </a:p>
        </p:txBody>
      </p:sp>
      <p:sp>
        <p:nvSpPr>
          <p:cNvPr id="42" name="Google Shape;42;p13">
            <a:extLst xmlns:a="http://schemas.openxmlformats.org/drawingml/2006/main">
              <a:ext uri="{FF2B5EF4-FFF2-40B4-BE49-F238E27FC236}">
                <a16:creationId xmlns:a16="http://schemas.microsoft.com/office/drawing/2014/main" id="{963A60E7-839A-43CB-A8A9-6A9D40822534}"/>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noFill xmlns:a="http://schemas.openxmlformats.org/drawingml/2006/main"/>
          <a:ln xmlns:a="http://schemas.openxmlformats.org/drawingml/2006/main" w="9525" cmpd="sng">
            <a:solidFill>
              <a:schemeClr val="lt1"/>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sp>
        <p:nvSpPr>
          <p:cNvPr id="43" name="Google Shape;43;p13">
            <a:extLst xmlns:a="http://schemas.openxmlformats.org/drawingml/2006/main">
              <a:ext uri="{FF2B5EF4-FFF2-40B4-BE49-F238E27FC236}">
                <a16:creationId xmlns:a16="http://schemas.microsoft.com/office/drawing/2014/main" id="{22762089-538B-4750-B2AE-C9DB352FFF43}"/>
              </a:ext>
            </a:extLst>
          </p:cNvPr>
          <p:cNvSpPr>
            <a:spLocks xmlns:a="http://schemas.openxmlformats.org/drawingml/2006/main" noGrp="1"/>
          </p:cNvSpPr>
          <p:nvPr>
            <p:ph type="body" idx="1"/>
          </p:nvPr>
        </p:nvSpPr>
        <p:spPr>
          <a:xfrm xmlns:a="http://schemas.openxmlformats.org/drawingml/2006/main">
            <a:off x="640800" y="5850000"/>
            <a:ext cx="3818481" cy="630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42857"/>
              </a:lnSpc>
              <a:spcBef>
                <a:spcPts val="0"/>
              </a:spcBef>
              <a:spcAft>
                <a:spcPts val="0"/>
              </a:spcAft>
              <a:buNone/>
              <a:defRPr sz="700" b="0" i="0" u="none" cap="none">
                <a:solidFill>
                  <a:srgbClr val="A32200"/>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007565"/>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44" name="Google Shape;44;p13">
            <a:extLst xmlns:a="http://schemas.openxmlformats.org/drawingml/2006/main">
              <a:ext uri="{FF2B5EF4-FFF2-40B4-BE49-F238E27FC236}">
                <a16:creationId xmlns:a16="http://schemas.microsoft.com/office/drawing/2014/main" id="{DDE63E99-CC62-490D-8C4D-B1DB6F1414FB}"/>
              </a:ext>
            </a:extLst>
          </p:cNvPr>
          <p:cNvSpPr>
            <a:spLocks xmlns:a="http://schemas.openxmlformats.org/drawingml/2006/main" noGrp="1"/>
          </p:cNvSpPr>
          <p:nvPr>
            <p:ph type="body" idx="2"/>
          </p:nvPr>
        </p:nvSpPr>
        <p:spPr>
          <a:xfrm xmlns:a="http://schemas.openxmlformats.org/drawingml/2006/main">
            <a:off x="640800" y="4574120"/>
            <a:ext cx="8822225" cy="91442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2000" b="0" i="0" u="none" cap="none">
                <a:solidFill>
                  <a:schemeClr val="dk1"/>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007565"/>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45" name="Google Shape;45;p13">
            <a:extLst xmlns:a="http://schemas.openxmlformats.org/drawingml/2006/main">
              <a:ext uri="{FF2B5EF4-FFF2-40B4-BE49-F238E27FC236}">
                <a16:creationId xmlns:a16="http://schemas.microsoft.com/office/drawing/2014/main" id="{A66453DF-3C96-4BDC-864D-9D457D392371}"/>
              </a:ext>
            </a:extLst>
          </p:cNvPr>
          <p:cNvSpPr>
            <a:spLocks xmlns:a="http://schemas.openxmlformats.org/drawingml/2006/main" noGrp="1"/>
          </p:cNvSpPr>
          <p:nvPr>
            <p:ph type="subTitle" idx="3"/>
          </p:nvPr>
        </p:nvSpPr>
        <p:spPr>
          <a:xfrm xmlns:a="http://schemas.openxmlformats.org/drawingml/2006/main">
            <a:off x="644227" y="2845823"/>
            <a:ext cx="8820000" cy="15132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91666"/>
              </a:lnSpc>
              <a:spcBef>
                <a:spcPts val="800"/>
              </a:spcBef>
              <a:spcAft>
                <a:spcPts val="0"/>
              </a:spcAft>
              <a:buNone/>
              <a:defRPr sz="6000" b="1" i="0" u="none" cap="none">
                <a:solidFill>
                  <a:schemeClr val="lt1"/>
                </a:solidFill>
                <a:latin typeface="Arial"/>
                <a:ea typeface="Arial"/>
                <a:cs typeface="Arial"/>
              </a:defRPr>
            </a:lvl1pPr>
            <a:lvl2pPr algn="ctr">
              <a:lnSpc>
                <a:spcPct val="100000"/>
              </a:lnSpc>
              <a:spcBef>
                <a:spcPts val="500"/>
              </a:spcBef>
              <a:spcAft>
                <a:spcPts val="0"/>
              </a:spcAft>
              <a:buNone/>
              <a:defRPr sz="1400" b="0" i="0" u="none" cap="none">
                <a:solidFill>
                  <a:schemeClr val="lt1"/>
                </a:solidFill>
                <a:latin typeface="Arial"/>
                <a:ea typeface="Arial"/>
                <a:cs typeface="Arial"/>
              </a:defRPr>
            </a:lvl2pPr>
            <a:lvl3pPr algn="ctr">
              <a:lnSpc>
                <a:spcPct val="100000"/>
              </a:lnSpc>
              <a:spcBef>
                <a:spcPts val="500"/>
              </a:spcBef>
              <a:spcAft>
                <a:spcPts val="0"/>
              </a:spcAft>
              <a:buNone/>
              <a:defRPr sz="1400" b="0" i="0" u="none" cap="none">
                <a:solidFill>
                  <a:schemeClr val="lt1"/>
                </a:solidFill>
                <a:latin typeface="Arial"/>
                <a:ea typeface="Arial"/>
                <a:cs typeface="Arial"/>
              </a:defRPr>
            </a:lvl3pPr>
            <a:lvl4pPr algn="ctr">
              <a:lnSpc>
                <a:spcPct val="100000"/>
              </a:lnSpc>
              <a:spcBef>
                <a:spcPts val="500"/>
              </a:spcBef>
              <a:spcAft>
                <a:spcPts val="0"/>
              </a:spcAft>
              <a:buNone/>
              <a:defRPr sz="1400" b="0" i="0" u="none" cap="none">
                <a:solidFill>
                  <a:schemeClr val="lt1"/>
                </a:solidFill>
                <a:latin typeface="Arial"/>
                <a:ea typeface="Arial"/>
                <a:cs typeface="Arial"/>
              </a:defRPr>
            </a:lvl4pPr>
            <a:lvl5pPr algn="ctr">
              <a:lnSpc>
                <a:spcPct val="100000"/>
              </a:lnSpc>
              <a:spcBef>
                <a:spcPts val="500"/>
              </a:spcBef>
              <a:spcAft>
                <a:spcPts val="0"/>
              </a:spcAft>
              <a:buNone/>
              <a:defRPr sz="1400" b="0" i="0" u="none" cap="none">
                <a:solidFill>
                  <a:schemeClr val="lt1"/>
                </a:solidFill>
                <a:latin typeface="Arial"/>
                <a:ea typeface="Arial"/>
                <a:cs typeface="Arial"/>
              </a:defRPr>
            </a:lvl5pPr>
            <a:lvl6pPr algn="ctr">
              <a:lnSpc>
                <a:spcPct val="133333"/>
              </a:lnSpc>
              <a:spcBef>
                <a:spcPts val="1000"/>
              </a:spcBef>
              <a:spcAft>
                <a:spcPts val="0"/>
              </a:spcAft>
              <a:buNone/>
              <a:defRPr sz="1200" b="0" i="0" u="none" cap="none">
                <a:solidFill>
                  <a:schemeClr val="lt1"/>
                </a:solidFill>
                <a:latin typeface="Arial"/>
                <a:ea typeface="Arial"/>
                <a:cs typeface="Arial"/>
              </a:defRPr>
            </a:lvl6pPr>
            <a:lvl7pPr algn="ctr">
              <a:lnSpc>
                <a:spcPct val="133333"/>
              </a:lnSpc>
              <a:spcBef>
                <a:spcPts val="1000"/>
              </a:spcBef>
              <a:spcAft>
                <a:spcPts val="0"/>
              </a:spcAft>
              <a:buNone/>
              <a:defRPr sz="1200" b="0" i="0" u="none" cap="none">
                <a:solidFill>
                  <a:schemeClr val="lt1"/>
                </a:solidFill>
                <a:latin typeface="Arial"/>
                <a:ea typeface="Arial"/>
                <a:cs typeface="Arial"/>
              </a:defRPr>
            </a:lvl7pPr>
            <a:lvl8pPr algn="ctr">
              <a:lnSpc>
                <a:spcPct val="133333"/>
              </a:lnSpc>
              <a:spcBef>
                <a:spcPts val="1000"/>
              </a:spcBef>
              <a:spcAft>
                <a:spcPts val="0"/>
              </a:spcAft>
              <a:buNone/>
              <a:defRPr sz="1200" b="0" i="0" u="none" cap="none">
                <a:solidFill>
                  <a:schemeClr val="lt1"/>
                </a:solidFill>
                <a:latin typeface="Arial"/>
                <a:ea typeface="Arial"/>
                <a:cs typeface="Arial"/>
              </a:defRPr>
            </a:lvl8pPr>
            <a:lvl9pPr algn="ctr">
              <a:lnSpc>
                <a:spcPct val="133333"/>
              </a:lnSpc>
              <a:spcBef>
                <a:spcPts val="1000"/>
              </a:spcBef>
              <a:spcAft>
                <a:spcPts val="0"/>
              </a:spcAft>
              <a:buNone/>
              <a:defRPr sz="1200" b="0" i="0" u="none" cap="none">
                <a:solidFill>
                  <a:schemeClr val="lt1"/>
                </a:solidFill>
                <a:latin typeface="Arial"/>
                <a:ea typeface="Arial"/>
                <a:cs typeface="Arial"/>
              </a:defRPr>
            </a:lvl9pPr>
          </a:lstStyle>
          <a:p xmlns:a="http://schemas.openxmlformats.org/drawingml/2006/main"/>
        </p:txBody>
      </p:sp>
      <p:pic>
        <p:nvPicPr>
          <p:cNvPr id="46" name="Google Shape;46;p13"/>
          <p:cNvPicPr>
            <a:picLocks xmlns:a="http://schemas.openxmlformats.org/drawingml/2006/main" noChangeAspect="1"/>
          </p:cNvPicPr>
          <p:nvPr/>
        </p:nvPicPr>
        <p:blipFill rotWithShape="1">
          <a:blip xmlns:r="http://schemas.openxmlformats.org/officeDocument/2006/relationships" xmlns:a="http://schemas.openxmlformats.org/drawingml/2006/main" r:embed="Refc78d45f9e2484b">
            <a:alphaModFix/>
          </a:blip>
          <a:srcRect xmlns:a="http://schemas.openxmlformats.org/drawingml/2006/main" l="0" t="0" r="0" b="0"/>
          <a:stretch xmlns:a="http://schemas.openxmlformats.org/drawingml/2006/main"/>
        </p:blipFill>
        <p:spPr>
          <a:xfrm xmlns:a="http://schemas.openxmlformats.org/drawingml/2006/main">
            <a:off x="10121449" y="507429"/>
            <a:ext cx="1496116" cy="748058"/>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Title and Content">
  <p:cSld name="Title and Content">
    <p:spTree>
      <p:nvGrpSpPr>
        <p:cNvPr id="1" name=""/>
        <p:cNvGrpSpPr/>
        <p:nvPr/>
      </p:nvGrpSpPr>
      <p:grpSpPr>
        <a:xfrm xmlns:a="http://schemas.openxmlformats.org/drawingml/2006/main"/>
      </p:grpSpPr>
      <p:sp>
        <p:nvSpPr>
          <p:cNvPr id="48" name="Google Shape;48;p14">
            <a:extLst xmlns:a="http://schemas.openxmlformats.org/drawingml/2006/main">
              <a:ext uri="{FF2B5EF4-FFF2-40B4-BE49-F238E27FC236}">
                <a16:creationId xmlns:a16="http://schemas.microsoft.com/office/drawing/2014/main" id="{D1A2997E-8ED4-4DE9-9766-9D42B1242DAB}"/>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chemeClr val="dk1"/>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49" name="Google Shape;49;p14">
            <a:extLst xmlns:a="http://schemas.openxmlformats.org/drawingml/2006/main">
              <a:ext uri="{FF2B5EF4-FFF2-40B4-BE49-F238E27FC236}">
                <a16:creationId xmlns:a16="http://schemas.microsoft.com/office/drawing/2014/main" id="{1233FF4B-5886-40FB-ABA4-05C2C60FFC5C}"/>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a:lvl1pPr>
            <a:lvl2pPr marL="0" indent="0" algn="r">
              <a:lnSpc>
                <a:spcPct val="100000"/>
              </a:lnSpc>
              <a:spcBef>
                <a:spcPts val="0"/>
              </a:spcBef>
              <a:spcAft>
                <a:spcPts val="0"/>
              </a:spcAft>
              <a:buNone/>
              <a:defRPr/>
            </a:lvl2pPr>
            <a:lvl3pPr marL="0" indent="0" algn="r">
              <a:lnSpc>
                <a:spcPct val="100000"/>
              </a:lnSpc>
              <a:spcBef>
                <a:spcPts val="0"/>
              </a:spcBef>
              <a:spcAft>
                <a:spcPts val="0"/>
              </a:spcAft>
              <a:buNone/>
              <a:defRPr/>
            </a:lvl3pPr>
            <a:lvl4pPr marL="0" indent="0" algn="r">
              <a:lnSpc>
                <a:spcPct val="100000"/>
              </a:lnSpc>
              <a:spcBef>
                <a:spcPts val="0"/>
              </a:spcBef>
              <a:spcAft>
                <a:spcPts val="0"/>
              </a:spcAft>
              <a:buNone/>
              <a:defRPr/>
            </a:lvl4pPr>
            <a:lvl5pPr marL="0" indent="0" algn="r">
              <a:lnSpc>
                <a:spcPct val="100000"/>
              </a:lnSpc>
              <a:spcBef>
                <a:spcPts val="0"/>
              </a:spcBef>
              <a:spcAft>
                <a:spcPts val="0"/>
              </a:spcAft>
              <a:buNone/>
              <a:defRPr/>
            </a:lvl5pPr>
            <a:lvl6pPr marL="0" indent="0" algn="r">
              <a:lnSpc>
                <a:spcPct val="100000"/>
              </a:lnSpc>
              <a:spcBef>
                <a:spcPts val="0"/>
              </a:spcBef>
              <a:spcAft>
                <a:spcPts val="0"/>
              </a:spcAft>
              <a:buNone/>
              <a:defRPr/>
            </a:lvl6pPr>
            <a:lvl7pPr marL="0" indent="0" algn="r">
              <a:lnSpc>
                <a:spcPct val="100000"/>
              </a:lnSpc>
              <a:spcBef>
                <a:spcPts val="0"/>
              </a:spcBef>
              <a:spcAft>
                <a:spcPts val="0"/>
              </a:spcAft>
              <a:buNone/>
              <a:defRPr/>
            </a:lvl7pPr>
            <a:lvl8pPr marL="0" indent="0" algn="r">
              <a:lnSpc>
                <a:spcPct val="100000"/>
              </a:lnSpc>
              <a:spcBef>
                <a:spcPts val="0"/>
              </a:spcBef>
              <a:spcAft>
                <a:spcPts val="0"/>
              </a:spcAft>
              <a:buNone/>
              <a:defRPr/>
            </a:lvl8pPr>
            <a:lvl9pPr marL="0" indent="0" algn="r">
              <a:lnSpc>
                <a:spcPct val="100000"/>
              </a:lnSpc>
              <a:spcBef>
                <a:spcPts val="0"/>
              </a:spcBef>
              <a:spcAft>
                <a:spcPts val="0"/>
              </a:spcAft>
              <a:buNone/>
              <a:defRPr/>
            </a:lvl9pPr>
          </a:lstStyle>
          <a:p xmlns:a="http://schemas.openxmlformats.org/drawingml/2006/main">
            <a:pPr marL="0" indent="0" algn="r">
              <a:spcBef>
                <a:spcPts val="0"/>
              </a:spcBef>
              <a:spcAft>
                <a:spcPts val="0"/>
              </a:spcAft>
              <a:buNone/>
            </a:pPr>
            <a:fld id="{00000000-1234-1234-1234-123412341234}" type="slidenum">
              <a:t>‹#›</a:t>
            </a:fld>
          </a:p>
        </p:txBody>
      </p:sp>
      <p:sp>
        <p:nvSpPr>
          <p:cNvPr id="50" name="Google Shape;50;p14">
            <a:extLst xmlns:a="http://schemas.openxmlformats.org/drawingml/2006/main">
              <a:ext uri="{FF2B5EF4-FFF2-40B4-BE49-F238E27FC236}">
                <a16:creationId xmlns:a16="http://schemas.microsoft.com/office/drawing/2014/main" id="{2CEEAC35-D1E8-4E3C-B35C-EA3AB1C48195}"/>
              </a:ext>
            </a:extLst>
          </p:cNvPr>
          <p:cNvSpPr>
            <a:spLocks xmlns:a="http://schemas.openxmlformats.org/drawingml/2006/main" noGrp="1"/>
          </p:cNvSpPr>
          <p:nvPr>
            <p:ph type="body" idx="1"/>
          </p:nvPr>
        </p:nvSpPr>
        <p:spPr>
          <a:xfrm xmlns:a="http://schemas.openxmlformats.org/drawingml/2006/main">
            <a:off x="360000" y="1440000"/>
            <a:ext cx="90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2200" b="1" i="0" u="none" cap="none">
                <a:solidFill>
                  <a:schemeClr val="dk1"/>
                </a:solidFill>
                <a:latin typeface="Arial"/>
                <a:ea typeface="Arial"/>
                <a:cs typeface="Arial"/>
              </a:defRPr>
            </a:lvl1pPr>
            <a:lvl2pPr marL="914400" indent="-228600" algn="l">
              <a:lnSpc>
                <a:spcPct val="133333"/>
              </a:lnSpc>
              <a:spcBef>
                <a:spcPts val="1000"/>
              </a:spcBef>
              <a:spcAft>
                <a:spcPts val="0"/>
              </a:spcAft>
              <a:buNone/>
              <a:defRPr sz="1200" b="0" i="0" u="none" cap="none">
                <a:solidFill>
                  <a:srgbClr val="172325"/>
                </a:solidFill>
                <a:latin typeface="Arial"/>
                <a:ea typeface="Arial"/>
                <a:cs typeface="Arial"/>
              </a:defRPr>
            </a:lvl2pPr>
            <a:lvl3pPr marL="1371600" indent="-304800" algn="l">
              <a:lnSpc>
                <a:spcPct val="133333"/>
              </a:lnSpc>
              <a:spcBef>
                <a:spcPts val="1000"/>
              </a:spcBef>
              <a:spcAft>
                <a:spcPts val="0"/>
              </a:spcAft>
              <a:buChar char="•"/>
              <a:defRPr sz="1200" b="0" i="0" u="none" cap="none">
                <a:solidFill>
                  <a:schemeClr val="dk1"/>
                </a:solidFill>
                <a:latin typeface="Arial"/>
                <a:ea typeface="Arial"/>
                <a:cs typeface="Arial"/>
              </a:defRPr>
            </a:lvl3pPr>
            <a:lvl4pPr marL="1828800" indent="-228600" algn="l">
              <a:lnSpc>
                <a:spcPct val="100000"/>
              </a:lnSpc>
              <a:spcBef>
                <a:spcPts val="500"/>
              </a:spcBef>
              <a:spcAft>
                <a:spcPts val="0"/>
              </a:spcAft>
              <a:buNone/>
              <a:defRPr sz="1400" b="0" i="0" u="none" cap="none">
                <a:solidFill>
                  <a:srgbClr val="172325"/>
                </a:solidFill>
                <a:latin typeface="Arial"/>
                <a:ea typeface="Arial"/>
                <a:cs typeface="Arial"/>
              </a:defRPr>
            </a:lvl4pPr>
            <a:lvl5pPr marL="2286000" indent="-228600" algn="l">
              <a:lnSpc>
                <a:spcPct val="100000"/>
              </a:lnSpc>
              <a:spcBef>
                <a:spcPts val="500"/>
              </a:spcBef>
              <a:spcAft>
                <a:spcPts val="0"/>
              </a:spcAft>
              <a:buNone/>
              <a:defRPr sz="1400" b="0" i="0" u="none" cap="none">
                <a:solidFill>
                  <a:srgbClr val="17232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FFFFFF"/>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51" name="Google Shape;51;p14">
            <a:extLst xmlns:a="http://schemas.openxmlformats.org/drawingml/2006/main">
              <a:ext uri="{FF2B5EF4-FFF2-40B4-BE49-F238E27FC236}">
                <a16:creationId xmlns:a16="http://schemas.microsoft.com/office/drawing/2014/main" id="{1C7B2A89-C612-4450-A30B-9CC0F6F93FFC}"/>
              </a:ext>
            </a:extLst>
          </p:cNvPr>
          <p:cNvSpPr>
            <a:spLocks xmlns:a="http://schemas.openxmlformats.org/drawingml/2006/main" noGrp="1"/>
          </p:cNvSpPr>
          <p:nvPr>
            <p:ph type="body" idx="2"/>
          </p:nvPr>
        </p:nvSpPr>
        <p:spPr>
          <a:xfrm xmlns:a="http://schemas.openxmlformats.org/drawingml/2006/main">
            <a:off x="360000" y="1799999"/>
            <a:ext cx="9000000" cy="4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dk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dk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dk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dk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dk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Tree>
  </p:cSld>
</p:sldLayout>
</file>

<file path=ppt/slideLayouts/slideLayout7.xml><?xml version="1.0" encoding="utf-8"?>
<p:sldLayout xmlns:p="http://schemas.openxmlformats.org/presentationml/2006/main" showMasterSp="0" matchingName="Title and Content Dark">
  <p:cSld name="Title and Content Dark">
    <p:bg>
      <p:bgPr>
        <a:solidFill xmlns:a="http://schemas.openxmlformats.org/drawingml/2006/main">
          <a:schemeClr val="accent2"/>
        </a:solidFill>
      </p:bgPr>
    </p:bg>
    <p:spTree>
      <p:nvGrpSpPr>
        <p:cNvPr id="1" name=""/>
        <p:cNvGrpSpPr/>
        <p:nvPr/>
      </p:nvGrpSpPr>
      <p:grpSpPr>
        <a:xfrm xmlns:a="http://schemas.openxmlformats.org/drawingml/2006/main"/>
      </p:grpSpPr>
      <p:sp>
        <p:nvSpPr>
          <p:cNvPr id="53" name="Google Shape;53;p15">
            <a:extLst xmlns:a="http://schemas.openxmlformats.org/drawingml/2006/main">
              <a:ext uri="{FF2B5EF4-FFF2-40B4-BE49-F238E27FC236}">
                <a16:creationId xmlns:a16="http://schemas.microsoft.com/office/drawing/2014/main" id="{677F94C0-7CE1-47EB-987E-B1D827E6672E}"/>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rgbClr val="FFFFFF"/>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54" name="Google Shape;54;p15">
            <a:extLst xmlns:a="http://schemas.openxmlformats.org/drawingml/2006/main">
              <a:ext uri="{FF2B5EF4-FFF2-40B4-BE49-F238E27FC236}">
                <a16:creationId xmlns:a16="http://schemas.microsoft.com/office/drawing/2014/main" id="{E73A677D-B547-4EC0-9B14-1B027D264C4B}"/>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55" name="Google Shape;55;p15">
            <a:extLst xmlns:a="http://schemas.openxmlformats.org/drawingml/2006/main">
              <a:ext uri="{FF2B5EF4-FFF2-40B4-BE49-F238E27FC236}">
                <a16:creationId xmlns:a16="http://schemas.microsoft.com/office/drawing/2014/main" id="{23782884-3F42-4615-8F98-1890BAD2239C}"/>
              </a:ext>
            </a:extLst>
          </p:cNvPr>
          <p:cNvSpPr>
            <a:spLocks xmlns:a="http://schemas.openxmlformats.org/drawingml/2006/main" noGrp="1"/>
          </p:cNvSpPr>
          <p:nvPr>
            <p:ph type="body" idx="1"/>
          </p:nvPr>
        </p:nvSpPr>
        <p:spPr>
          <a:xfrm xmlns:a="http://schemas.openxmlformats.org/drawingml/2006/main">
            <a:off x="360000" y="1440000"/>
            <a:ext cx="90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2200" b="1" i="0" u="none" cap="none">
                <a:solidFill>
                  <a:srgbClr val="FFFFFF"/>
                </a:solidFill>
                <a:latin typeface="Arial"/>
                <a:ea typeface="Arial"/>
                <a:cs typeface="Arial"/>
              </a:defRPr>
            </a:lvl1pPr>
            <a:lvl2pPr marL="914400" indent="-228600" algn="l">
              <a:lnSpc>
                <a:spcPct val="133333"/>
              </a:lnSpc>
              <a:spcBef>
                <a:spcPts val="1000"/>
              </a:spcBef>
              <a:spcAft>
                <a:spcPts val="0"/>
              </a:spcAft>
              <a:buNone/>
              <a:defRPr sz="1200" b="0" i="0" u="none" cap="none">
                <a:solidFill>
                  <a:srgbClr val="172325"/>
                </a:solidFill>
                <a:latin typeface="Arial"/>
                <a:ea typeface="Arial"/>
                <a:cs typeface="Arial"/>
              </a:defRPr>
            </a:lvl2pPr>
            <a:lvl3pPr marL="1371600" indent="-304800" algn="l">
              <a:lnSpc>
                <a:spcPct val="133333"/>
              </a:lnSpc>
              <a:spcBef>
                <a:spcPts val="1000"/>
              </a:spcBef>
              <a:spcAft>
                <a:spcPts val="0"/>
              </a:spcAft>
              <a:buChar char="•"/>
              <a:defRPr sz="1200" b="0" i="0" u="none" cap="none">
                <a:solidFill>
                  <a:srgbClr val="FFFFFF"/>
                </a:solidFill>
                <a:latin typeface="Arial"/>
                <a:ea typeface="Arial"/>
                <a:cs typeface="Arial"/>
              </a:defRPr>
            </a:lvl3pPr>
            <a:lvl4pPr marL="1828800" indent="-228600" algn="l">
              <a:lnSpc>
                <a:spcPct val="100000"/>
              </a:lnSpc>
              <a:spcBef>
                <a:spcPts val="500"/>
              </a:spcBef>
              <a:spcAft>
                <a:spcPts val="0"/>
              </a:spcAft>
              <a:buNone/>
              <a:defRPr sz="1400" b="0" i="0" u="none" cap="none">
                <a:solidFill>
                  <a:srgbClr val="172325"/>
                </a:solidFill>
                <a:latin typeface="Arial"/>
                <a:ea typeface="Arial"/>
                <a:cs typeface="Arial"/>
              </a:defRPr>
            </a:lvl4pPr>
            <a:lvl5pPr marL="2286000" indent="-228600" algn="l">
              <a:lnSpc>
                <a:spcPct val="100000"/>
              </a:lnSpc>
              <a:spcBef>
                <a:spcPts val="500"/>
              </a:spcBef>
              <a:spcAft>
                <a:spcPts val="0"/>
              </a:spcAft>
              <a:buNone/>
              <a:defRPr sz="1400" b="0" i="0" u="none" cap="none">
                <a:solidFill>
                  <a:srgbClr val="17232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FFFFFF"/>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56" name="Google Shape;56;p15">
            <a:extLst xmlns:a="http://schemas.openxmlformats.org/drawingml/2006/main">
              <a:ext uri="{FF2B5EF4-FFF2-40B4-BE49-F238E27FC236}">
                <a16:creationId xmlns:a16="http://schemas.microsoft.com/office/drawing/2014/main" id="{472DEB8C-7F3A-44F0-9AE1-071944D9CF69}"/>
              </a:ext>
            </a:extLst>
          </p:cNvPr>
          <p:cNvSpPr>
            <a:spLocks xmlns:a="http://schemas.openxmlformats.org/drawingml/2006/main" noGrp="1"/>
          </p:cNvSpPr>
          <p:nvPr>
            <p:ph type="body" idx="2"/>
          </p:nvPr>
        </p:nvSpPr>
        <p:spPr>
          <a:xfrm xmlns:a="http://schemas.openxmlformats.org/drawingml/2006/main">
            <a:off x="360000" y="1799999"/>
            <a:ext cx="9000000" cy="4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rgbClr val="FFFFFF"/>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FFFFFF"/>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FFFFFF"/>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FFFFFF"/>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FFFFFF"/>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57" name="Google Shape;57;p15">
            <a:extLst xmlns:a="http://schemas.openxmlformats.org/drawingml/2006/main">
              <a:ext uri="{FF2B5EF4-FFF2-40B4-BE49-F238E27FC236}">
                <a16:creationId xmlns:a16="http://schemas.microsoft.com/office/drawing/2014/main" id="{E10F9773-5040-4BB9-8276-4BEC57903141}"/>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58" name="Google Shape;58;p15"/>
          <p:cNvPicPr>
            <a:picLocks xmlns:a="http://schemas.openxmlformats.org/drawingml/2006/main" noChangeAspect="1"/>
          </p:cNvPicPr>
          <p:nvPr/>
        </p:nvPicPr>
        <p:blipFill rotWithShape="1">
          <a:blip xmlns:r="http://schemas.openxmlformats.org/officeDocument/2006/relationships" xmlns:a="http://schemas.openxmlformats.org/drawingml/2006/main" r:embed="Ra9fcc890c1c942c7">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8.xml><?xml version="1.0" encoding="utf-8"?>
<p:sldLayout xmlns:p="http://schemas.openxmlformats.org/presentationml/2006/main" showMasterSp="0" matchingName="1_Title and Content Teal">
  <p:cSld name="1_Title and Content Teal">
    <p:bg>
      <p:bgPr>
        <a:solidFill xmlns:a="http://schemas.openxmlformats.org/drawingml/2006/main">
          <a:schemeClr val="accent4"/>
        </a:solidFill>
      </p:bgPr>
    </p:bg>
    <p:spTree>
      <p:nvGrpSpPr>
        <p:cNvPr id="1" name=""/>
        <p:cNvGrpSpPr/>
        <p:nvPr/>
      </p:nvGrpSpPr>
      <p:grpSpPr>
        <a:xfrm xmlns:a="http://schemas.openxmlformats.org/drawingml/2006/main"/>
      </p:grpSpPr>
      <p:sp>
        <p:nvSpPr>
          <p:cNvPr id="60" name="Google Shape;60;p16">
            <a:extLst xmlns:a="http://schemas.openxmlformats.org/drawingml/2006/main">
              <a:ext uri="{FF2B5EF4-FFF2-40B4-BE49-F238E27FC236}">
                <a16:creationId xmlns:a16="http://schemas.microsoft.com/office/drawing/2014/main" id="{842BC825-25DC-4083-8EE6-FBE86A720B19}"/>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rgbClr val="FFFFFF"/>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61" name="Google Shape;61;p16">
            <a:extLst xmlns:a="http://schemas.openxmlformats.org/drawingml/2006/main">
              <a:ext uri="{FF2B5EF4-FFF2-40B4-BE49-F238E27FC236}">
                <a16:creationId xmlns:a16="http://schemas.microsoft.com/office/drawing/2014/main" id="{26934FD5-4139-4C04-BE7E-CB1510C04C74}"/>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62" name="Google Shape;62;p16">
            <a:extLst xmlns:a="http://schemas.openxmlformats.org/drawingml/2006/main">
              <a:ext uri="{FF2B5EF4-FFF2-40B4-BE49-F238E27FC236}">
                <a16:creationId xmlns:a16="http://schemas.microsoft.com/office/drawing/2014/main" id="{FC62D4B8-BAF9-4B79-A9C0-45533A741870}"/>
              </a:ext>
            </a:extLst>
          </p:cNvPr>
          <p:cNvSpPr>
            <a:spLocks xmlns:a="http://schemas.openxmlformats.org/drawingml/2006/main" noGrp="1"/>
          </p:cNvSpPr>
          <p:nvPr>
            <p:ph type="body" idx="1"/>
          </p:nvPr>
        </p:nvSpPr>
        <p:spPr>
          <a:xfrm xmlns:a="http://schemas.openxmlformats.org/drawingml/2006/main">
            <a:off x="360000" y="1440000"/>
            <a:ext cx="90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2200" b="1" i="0" u="none" cap="none">
                <a:solidFill>
                  <a:srgbClr val="FFFFFF"/>
                </a:solidFill>
                <a:latin typeface="Arial"/>
                <a:ea typeface="Arial"/>
                <a:cs typeface="Arial"/>
              </a:defRPr>
            </a:lvl1pPr>
            <a:lvl2pPr marL="914400" indent="-228600" algn="l">
              <a:lnSpc>
                <a:spcPct val="133333"/>
              </a:lnSpc>
              <a:spcBef>
                <a:spcPts val="1000"/>
              </a:spcBef>
              <a:spcAft>
                <a:spcPts val="0"/>
              </a:spcAft>
              <a:buNone/>
              <a:defRPr sz="1200" b="0" i="0" u="none" cap="none">
                <a:solidFill>
                  <a:srgbClr val="172325"/>
                </a:solidFill>
                <a:latin typeface="Arial"/>
                <a:ea typeface="Arial"/>
                <a:cs typeface="Arial"/>
              </a:defRPr>
            </a:lvl2pPr>
            <a:lvl3pPr marL="1371600" indent="-304800" algn="l">
              <a:lnSpc>
                <a:spcPct val="133333"/>
              </a:lnSpc>
              <a:spcBef>
                <a:spcPts val="1000"/>
              </a:spcBef>
              <a:spcAft>
                <a:spcPts val="0"/>
              </a:spcAft>
              <a:buChar char="•"/>
              <a:defRPr sz="1200" b="0" i="0" u="none" cap="none">
                <a:solidFill>
                  <a:srgbClr val="FFFFFF"/>
                </a:solidFill>
                <a:latin typeface="Arial"/>
                <a:ea typeface="Arial"/>
                <a:cs typeface="Arial"/>
              </a:defRPr>
            </a:lvl3pPr>
            <a:lvl4pPr marL="1828800" indent="-228600" algn="l">
              <a:lnSpc>
                <a:spcPct val="100000"/>
              </a:lnSpc>
              <a:spcBef>
                <a:spcPts val="500"/>
              </a:spcBef>
              <a:spcAft>
                <a:spcPts val="0"/>
              </a:spcAft>
              <a:buNone/>
              <a:defRPr sz="1400" b="0" i="0" u="none" cap="none">
                <a:solidFill>
                  <a:srgbClr val="172325"/>
                </a:solidFill>
                <a:latin typeface="Arial"/>
                <a:ea typeface="Arial"/>
                <a:cs typeface="Arial"/>
              </a:defRPr>
            </a:lvl4pPr>
            <a:lvl5pPr marL="2286000" indent="-228600" algn="l">
              <a:lnSpc>
                <a:spcPct val="100000"/>
              </a:lnSpc>
              <a:spcBef>
                <a:spcPts val="500"/>
              </a:spcBef>
              <a:spcAft>
                <a:spcPts val="0"/>
              </a:spcAft>
              <a:buNone/>
              <a:defRPr sz="1400" b="0" i="0" u="none" cap="none">
                <a:solidFill>
                  <a:srgbClr val="17232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FFFFFF"/>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63" name="Google Shape;63;p16">
            <a:extLst xmlns:a="http://schemas.openxmlformats.org/drawingml/2006/main">
              <a:ext uri="{FF2B5EF4-FFF2-40B4-BE49-F238E27FC236}">
                <a16:creationId xmlns:a16="http://schemas.microsoft.com/office/drawing/2014/main" id="{BF5FAB73-A43E-412B-8FAD-6F0FBFFAFBF8}"/>
              </a:ext>
            </a:extLst>
          </p:cNvPr>
          <p:cNvSpPr>
            <a:spLocks xmlns:a="http://schemas.openxmlformats.org/drawingml/2006/main" noGrp="1"/>
          </p:cNvSpPr>
          <p:nvPr>
            <p:ph type="body" idx="2"/>
          </p:nvPr>
        </p:nvSpPr>
        <p:spPr>
          <a:xfrm xmlns:a="http://schemas.openxmlformats.org/drawingml/2006/main">
            <a:off x="360000" y="1799999"/>
            <a:ext cx="9000000" cy="4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rgbClr val="FFFFFF"/>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FFFFFF"/>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FFFFFF"/>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FFFFFF"/>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FFFFFF"/>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64" name="Google Shape;64;p16">
            <a:extLst xmlns:a="http://schemas.openxmlformats.org/drawingml/2006/main">
              <a:ext uri="{FF2B5EF4-FFF2-40B4-BE49-F238E27FC236}">
                <a16:creationId xmlns:a16="http://schemas.microsoft.com/office/drawing/2014/main" id="{A19C2265-47EC-4D5B-ACF9-99E9EF167F62}"/>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65" name="Google Shape;65;p16"/>
          <p:cNvPicPr>
            <a:picLocks xmlns:a="http://schemas.openxmlformats.org/drawingml/2006/main" noChangeAspect="1"/>
          </p:cNvPicPr>
          <p:nvPr/>
        </p:nvPicPr>
        <p:blipFill rotWithShape="1">
          <a:blip xmlns:r="http://schemas.openxmlformats.org/officeDocument/2006/relationships" xmlns:a="http://schemas.openxmlformats.org/drawingml/2006/main" r:embed="R9bad166e5de246cc">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9.xml><?xml version="1.0" encoding="utf-8"?>
<p:sldLayout xmlns:p="http://schemas.openxmlformats.org/presentationml/2006/main" matchingName="Headline only">
  <p:cSld name="Headline only">
    <p:spTree>
      <p:nvGrpSpPr>
        <p:cNvPr id="1" name=""/>
        <p:cNvGrpSpPr/>
        <p:nvPr/>
      </p:nvGrpSpPr>
      <p:grpSpPr>
        <a:xfrm xmlns:a="http://schemas.openxmlformats.org/drawingml/2006/main"/>
      </p:grpSpPr>
      <p:sp>
        <p:nvSpPr>
          <p:cNvPr id="67" name="Google Shape;67;p17">
            <a:extLst xmlns:a="http://schemas.openxmlformats.org/drawingml/2006/main">
              <a:ext uri="{FF2B5EF4-FFF2-40B4-BE49-F238E27FC236}">
                <a16:creationId xmlns:a16="http://schemas.microsoft.com/office/drawing/2014/main" id="{2DAEE3A3-DAF8-40A9-A236-ADCF924872EB}"/>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chemeClr val="dk1"/>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68" name="Google Shape;68;p17">
            <a:extLst xmlns:a="http://schemas.openxmlformats.org/drawingml/2006/main">
              <a:ext uri="{FF2B5EF4-FFF2-40B4-BE49-F238E27FC236}">
                <a16:creationId xmlns:a16="http://schemas.microsoft.com/office/drawing/2014/main" id="{3E5F475C-DA30-4715-A6CA-29280BBBE13F}"/>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a:lvl1pPr>
            <a:lvl2pPr marL="0" indent="0" algn="r">
              <a:lnSpc>
                <a:spcPct val="100000"/>
              </a:lnSpc>
              <a:spcBef>
                <a:spcPts val="0"/>
              </a:spcBef>
              <a:spcAft>
                <a:spcPts val="0"/>
              </a:spcAft>
              <a:buNone/>
              <a:defRPr/>
            </a:lvl2pPr>
            <a:lvl3pPr marL="0" indent="0" algn="r">
              <a:lnSpc>
                <a:spcPct val="100000"/>
              </a:lnSpc>
              <a:spcBef>
                <a:spcPts val="0"/>
              </a:spcBef>
              <a:spcAft>
                <a:spcPts val="0"/>
              </a:spcAft>
              <a:buNone/>
              <a:defRPr/>
            </a:lvl3pPr>
            <a:lvl4pPr marL="0" indent="0" algn="r">
              <a:lnSpc>
                <a:spcPct val="100000"/>
              </a:lnSpc>
              <a:spcBef>
                <a:spcPts val="0"/>
              </a:spcBef>
              <a:spcAft>
                <a:spcPts val="0"/>
              </a:spcAft>
              <a:buNone/>
              <a:defRPr/>
            </a:lvl4pPr>
            <a:lvl5pPr marL="0" indent="0" algn="r">
              <a:lnSpc>
                <a:spcPct val="100000"/>
              </a:lnSpc>
              <a:spcBef>
                <a:spcPts val="0"/>
              </a:spcBef>
              <a:spcAft>
                <a:spcPts val="0"/>
              </a:spcAft>
              <a:buNone/>
              <a:defRPr/>
            </a:lvl5pPr>
            <a:lvl6pPr marL="0" indent="0" algn="r">
              <a:lnSpc>
                <a:spcPct val="100000"/>
              </a:lnSpc>
              <a:spcBef>
                <a:spcPts val="0"/>
              </a:spcBef>
              <a:spcAft>
                <a:spcPts val="0"/>
              </a:spcAft>
              <a:buNone/>
              <a:defRPr/>
            </a:lvl6pPr>
            <a:lvl7pPr marL="0" indent="0" algn="r">
              <a:lnSpc>
                <a:spcPct val="100000"/>
              </a:lnSpc>
              <a:spcBef>
                <a:spcPts val="0"/>
              </a:spcBef>
              <a:spcAft>
                <a:spcPts val="0"/>
              </a:spcAft>
              <a:buNone/>
              <a:defRPr/>
            </a:lvl7pPr>
            <a:lvl8pPr marL="0" indent="0" algn="r">
              <a:lnSpc>
                <a:spcPct val="100000"/>
              </a:lnSpc>
              <a:spcBef>
                <a:spcPts val="0"/>
              </a:spcBef>
              <a:spcAft>
                <a:spcPts val="0"/>
              </a:spcAft>
              <a:buNone/>
              <a:defRPr/>
            </a:lvl8pPr>
            <a:lvl9pPr marL="0" indent="0" algn="r">
              <a:lnSpc>
                <a:spcPct val="100000"/>
              </a:lnSpc>
              <a:spcBef>
                <a:spcPts val="0"/>
              </a:spcBef>
              <a:spcAft>
                <a:spcPts val="0"/>
              </a:spcAft>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showMasterSp="0" matchingName="Headline only Dark">
  <p:cSld name="Headline only Dark">
    <p:bg>
      <p:bgPr>
        <a:solidFill xmlns:a="http://schemas.openxmlformats.org/drawingml/2006/main">
          <a:schemeClr val="accent2"/>
        </a:solidFill>
      </p:bgPr>
    </p:bg>
    <p:spTree>
      <p:nvGrpSpPr>
        <p:cNvPr id="1" name=""/>
        <p:cNvGrpSpPr/>
        <p:nvPr/>
      </p:nvGrpSpPr>
      <p:grpSpPr>
        <a:xfrm xmlns:a="http://schemas.openxmlformats.org/drawingml/2006/main"/>
      </p:grpSpPr>
      <p:sp>
        <p:nvSpPr>
          <p:cNvPr id="70" name="Google Shape;70;p18">
            <a:extLst xmlns:a="http://schemas.openxmlformats.org/drawingml/2006/main">
              <a:ext uri="{FF2B5EF4-FFF2-40B4-BE49-F238E27FC236}">
                <a16:creationId xmlns:a16="http://schemas.microsoft.com/office/drawing/2014/main" id="{343A2E6B-DB91-4CB7-BD31-B080016F19F4}"/>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rgbClr val="FFFFFF"/>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71" name="Google Shape;71;p18">
            <a:extLst xmlns:a="http://schemas.openxmlformats.org/drawingml/2006/main">
              <a:ext uri="{FF2B5EF4-FFF2-40B4-BE49-F238E27FC236}">
                <a16:creationId xmlns:a16="http://schemas.microsoft.com/office/drawing/2014/main" id="{BC5ECC83-F6FE-4EE5-8EBA-2FF8362FEC27}"/>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72" name="Google Shape;72;p18">
            <a:extLst xmlns:a="http://schemas.openxmlformats.org/drawingml/2006/main">
              <a:ext uri="{FF2B5EF4-FFF2-40B4-BE49-F238E27FC236}">
                <a16:creationId xmlns:a16="http://schemas.microsoft.com/office/drawing/2014/main" id="{DE1E32BD-E2B2-476D-95ED-8D33D09599D7}"/>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73" name="Google Shape;73;p18"/>
          <p:cNvPicPr>
            <a:picLocks xmlns:a="http://schemas.openxmlformats.org/drawingml/2006/main" noChangeAspect="1"/>
          </p:cNvPicPr>
          <p:nvPr/>
        </p:nvPicPr>
        <p:blipFill rotWithShape="1">
          <a:blip xmlns:r="http://schemas.openxmlformats.org/officeDocument/2006/relationships" xmlns:a="http://schemas.openxmlformats.org/drawingml/2006/main" r:embed="R5f4c3c6d74e14624">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11.xml><?xml version="1.0" encoding="utf-8"?>
<p:sldLayout xmlns:p="http://schemas.openxmlformats.org/presentationml/2006/main" showMasterSp="0" matchingName="1_Headline only Teal">
  <p:cSld name="1_Headline only Teal">
    <p:bg>
      <p:bgPr>
        <a:solidFill xmlns:a="http://schemas.openxmlformats.org/drawingml/2006/main">
          <a:schemeClr val="accent4"/>
        </a:solidFill>
      </p:bgPr>
    </p:bg>
    <p:spTree>
      <p:nvGrpSpPr>
        <p:cNvPr id="1" name=""/>
        <p:cNvGrpSpPr/>
        <p:nvPr/>
      </p:nvGrpSpPr>
      <p:grpSpPr>
        <a:xfrm xmlns:a="http://schemas.openxmlformats.org/drawingml/2006/main"/>
      </p:grpSpPr>
      <p:sp>
        <p:nvSpPr>
          <p:cNvPr id="75" name="Google Shape;75;p19">
            <a:extLst xmlns:a="http://schemas.openxmlformats.org/drawingml/2006/main">
              <a:ext uri="{FF2B5EF4-FFF2-40B4-BE49-F238E27FC236}">
                <a16:creationId xmlns:a16="http://schemas.microsoft.com/office/drawing/2014/main" id="{4D0D53B4-06D2-4A53-B2F1-708514232606}"/>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rgbClr val="FFFFFF"/>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76" name="Google Shape;76;p19">
            <a:extLst xmlns:a="http://schemas.openxmlformats.org/drawingml/2006/main">
              <a:ext uri="{FF2B5EF4-FFF2-40B4-BE49-F238E27FC236}">
                <a16:creationId xmlns:a16="http://schemas.microsoft.com/office/drawing/2014/main" id="{00D98D5B-F1C9-4285-8236-6730B217344D}"/>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77" name="Google Shape;77;p19">
            <a:extLst xmlns:a="http://schemas.openxmlformats.org/drawingml/2006/main">
              <a:ext uri="{FF2B5EF4-FFF2-40B4-BE49-F238E27FC236}">
                <a16:creationId xmlns:a16="http://schemas.microsoft.com/office/drawing/2014/main" id="{91D09C87-0F6D-49E7-A0B8-1B93A945BEA2}"/>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78" name="Google Shape;78;p19"/>
          <p:cNvPicPr>
            <a:picLocks xmlns:a="http://schemas.openxmlformats.org/drawingml/2006/main" noChangeAspect="1"/>
          </p:cNvPicPr>
          <p:nvPr/>
        </p:nvPicPr>
        <p:blipFill rotWithShape="1">
          <a:blip xmlns:r="http://schemas.openxmlformats.org/officeDocument/2006/relationships" xmlns:a="http://schemas.openxmlformats.org/drawingml/2006/main" r:embed="Rf57946a141fa4abd">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12.xml><?xml version="1.0" encoding="utf-8"?>
<p:sldLayout xmlns:p="http://schemas.openxmlformats.org/presentationml/2006/main" showMasterSp="0" matchingName="Comparison">
  <p:cSld name="Comparison">
    <p:bg>
      <p:bgPr>
        <a:solidFill xmlns:a="http://schemas.openxmlformats.org/drawingml/2006/main">
          <a:schemeClr val="accent3"/>
        </a:solidFill>
      </p:bgPr>
    </p:bg>
    <p:spTree>
      <p:nvGrpSpPr>
        <p:cNvPr id="1" name=""/>
        <p:cNvGrpSpPr/>
        <p:nvPr/>
      </p:nvGrpSpPr>
      <p:grpSpPr>
        <a:xfrm xmlns:a="http://schemas.openxmlformats.org/drawingml/2006/main"/>
      </p:grpSpPr>
      <p:pic>
        <p:nvPicPr>
          <p:cNvPr id="1" name="Google Shape;80;p20"/>
          <p:cNvPicPr>
            <a:picLocks xmlns:a="http://schemas.openxmlformats.org/drawingml/2006/main" noChangeAspect="1"/>
          </p:cNvPicPr>
          <p:nvPr/>
        </p:nvPicPr>
        <p:blipFill rotWithShape="1">
          <a:blip xmlns:r="http://schemas.openxmlformats.org/officeDocument/2006/relationships" xmlns:a="http://schemas.openxmlformats.org/drawingml/2006/main" r:embed="Re797b32d7c32443c">
            <a:alphaModFix/>
          </a:blip>
          <a:srcRect xmlns:a="http://schemas.openxmlformats.org/drawingml/2006/main" l="0" t="0" r="0" b="0"/>
          <a:stretch xmlns:a="http://schemas.openxmlformats.org/drawingml/2006/main"/>
        </p:blipFill>
        <p:spPr>
          <a:xfrm xmlns:a="http://schemas.openxmlformats.org/drawingml/2006/main">
            <a:off x="0" y="0"/>
            <a:ext cx="7567885" cy="6858000"/>
          </a:xfrm>
          <a:prstGeom xmlns:a="http://schemas.openxmlformats.org/drawingml/2006/main" prst="rect">
            <a:avLst/>
          </a:prstGeom>
          <a:ln xmlns:a="http://schemas.openxmlformats.org/drawingml/2006/main">
            <a:noFill/>
          </a:ln>
        </p:spPr>
      </p:pic>
      <p:sp>
        <p:nvSpPr>
          <p:cNvPr id="81" name="Google Shape;81;p20">
            <a:extLst xmlns:a="http://schemas.openxmlformats.org/drawingml/2006/main">
              <a:ext uri="{FF2B5EF4-FFF2-40B4-BE49-F238E27FC236}">
                <a16:creationId xmlns:a16="http://schemas.microsoft.com/office/drawing/2014/main" id="{B5F55FDB-2623-4FFD-AB25-94B3577BD7D4}"/>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82" name="Google Shape;82;p20">
            <a:extLst xmlns:a="http://schemas.openxmlformats.org/drawingml/2006/main">
              <a:ext uri="{FF2B5EF4-FFF2-40B4-BE49-F238E27FC236}">
                <a16:creationId xmlns:a16="http://schemas.microsoft.com/office/drawing/2014/main" id="{E8CEDBF4-202D-4CB7-B7F2-390FB1298DB1}"/>
              </a:ext>
            </a:extLst>
          </p:cNvPr>
          <p:cNvSpPr>
            <a:spLocks xmlns:a="http://schemas.openxmlformats.org/drawingml/2006/main" noGrp="1"/>
          </p:cNvSpPr>
          <p:nvPr>
            <p:ph type="title" idx="0"/>
          </p:nvPr>
        </p:nvSpPr>
        <p:spPr>
          <a:xfrm xmlns:a="http://schemas.openxmlformats.org/drawingml/2006/main">
            <a:off x="359999" y="1674394"/>
            <a:ext cx="504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sz="3000">
                <a:solidFill>
                  <a:schemeClr val="dk1"/>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83" name="Google Shape;83;p20">
            <a:extLst xmlns:a="http://schemas.openxmlformats.org/drawingml/2006/main">
              <a:ext uri="{FF2B5EF4-FFF2-40B4-BE49-F238E27FC236}">
                <a16:creationId xmlns:a16="http://schemas.microsoft.com/office/drawing/2014/main" id="{A7F82052-09E3-4ACE-8AA0-CCE86575CA0A}"/>
              </a:ext>
            </a:extLst>
          </p:cNvPr>
          <p:cNvSpPr>
            <a:spLocks xmlns:a="http://schemas.openxmlformats.org/drawingml/2006/main" noGrp="1"/>
          </p:cNvSpPr>
          <p:nvPr>
            <p:ph type="body" idx="1"/>
          </p:nvPr>
        </p:nvSpPr>
        <p:spPr>
          <a:xfrm xmlns:a="http://schemas.openxmlformats.org/drawingml/2006/main">
            <a:off x="6480000" y="1674393"/>
            <a:ext cx="504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3000" b="1" i="0" u="none" cap="none">
                <a:solidFill>
                  <a:srgbClr val="FFFFFF"/>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007565"/>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84" name="Google Shape;84;p20">
            <a:extLst xmlns:a="http://schemas.openxmlformats.org/drawingml/2006/main">
              <a:ext uri="{FF2B5EF4-FFF2-40B4-BE49-F238E27FC236}">
                <a16:creationId xmlns:a16="http://schemas.microsoft.com/office/drawing/2014/main" id="{949C3232-73BC-4BDA-B825-C12626E8A353}"/>
              </a:ext>
            </a:extLst>
          </p:cNvPr>
          <p:cNvSpPr>
            <a:spLocks xmlns:a="http://schemas.openxmlformats.org/drawingml/2006/main" noGrp="1"/>
          </p:cNvSpPr>
          <p:nvPr>
            <p:ph type="body" idx="2"/>
          </p:nvPr>
        </p:nvSpPr>
        <p:spPr>
          <a:xfrm xmlns:a="http://schemas.openxmlformats.org/drawingml/2006/main">
            <a:off x="6480000" y="2834245"/>
            <a:ext cx="5040000" cy="32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335280" algn="l">
              <a:lnSpc>
                <a:spcPct val="100000"/>
              </a:lnSpc>
              <a:spcBef>
                <a:spcPts val="500"/>
              </a:spcBef>
              <a:spcAft>
                <a:spcPts val="0"/>
              </a:spcAft>
              <a:buChar char="•"/>
              <a:defRPr sz="1400" b="0" i="0" u="none" cap="none">
                <a:solidFill>
                  <a:srgbClr val="FFFFFF"/>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007565"/>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85" name="Google Shape;85;p20">
            <a:extLst xmlns:a="http://schemas.openxmlformats.org/drawingml/2006/main">
              <a:ext uri="{FF2B5EF4-FFF2-40B4-BE49-F238E27FC236}">
                <a16:creationId xmlns:a16="http://schemas.microsoft.com/office/drawing/2014/main" id="{EFE0E876-528F-4AD6-9E8C-E6256C6547B8}"/>
              </a:ext>
            </a:extLst>
          </p:cNvPr>
          <p:cNvSpPr>
            <a:spLocks xmlns:a="http://schemas.openxmlformats.org/drawingml/2006/main" noGrp="1"/>
          </p:cNvSpPr>
          <p:nvPr>
            <p:ph type="body" idx="3"/>
          </p:nvPr>
        </p:nvSpPr>
        <p:spPr>
          <a:xfrm xmlns:a="http://schemas.openxmlformats.org/drawingml/2006/main">
            <a:off x="360000" y="2834245"/>
            <a:ext cx="5040000" cy="32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335280" algn="l">
              <a:lnSpc>
                <a:spcPct val="100000"/>
              </a:lnSpc>
              <a:spcBef>
                <a:spcPts val="500"/>
              </a:spcBef>
              <a:spcAft>
                <a:spcPts val="0"/>
              </a:spcAft>
              <a:buChar char="•"/>
              <a:defRPr sz="1400" b="0" i="0" u="none" cap="none">
                <a:solidFill>
                  <a:schemeClr val="dk1"/>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007565"/>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86" name="Google Shape;86;p20">
            <a:extLst xmlns:a="http://schemas.openxmlformats.org/drawingml/2006/main">
              <a:ext uri="{FF2B5EF4-FFF2-40B4-BE49-F238E27FC236}">
                <a16:creationId xmlns:a16="http://schemas.microsoft.com/office/drawing/2014/main" id="{3FB27678-5E1E-4DE9-A8CC-589DC859DB86}"/>
              </a:ext>
            </a:extLst>
          </p:cNvPr>
          <p:cNvSpPr>
            <a:spLocks xmlns:a="http://schemas.openxmlformats.org/drawingml/2006/main" noGrp="1"/>
          </p:cNvSpPr>
          <p:nvPr/>
        </p:nvSpPr>
        <p:spPr>
          <a:xfrm xmlns:a="http://schemas.openxmlformats.org/drawingml/2006/main">
            <a:off x="500" y="6761480"/>
            <a:ext cx="12178800" cy="9652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87" name="Google Shape;87;p20"/>
          <p:cNvPicPr>
            <a:picLocks xmlns:a="http://schemas.openxmlformats.org/drawingml/2006/main" noChangeAspect="1"/>
          </p:cNvPicPr>
          <p:nvPr/>
        </p:nvPicPr>
        <p:blipFill rotWithShape="1">
          <a:blip xmlns:r="http://schemas.openxmlformats.org/officeDocument/2006/relationships" xmlns:a="http://schemas.openxmlformats.org/drawingml/2006/main" r:embed="R6a4c1298c02e42fe">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13.xml><?xml version="1.0" encoding="utf-8"?>
<p:sldLayout xmlns:p="http://schemas.openxmlformats.org/presentationml/2006/main" showMasterSp="0" matchingName="Quote Slide">
  <p:cSld name="Quote Slide">
    <p:bg>
      <p:bgPr>
        <a:solidFill xmlns:a="http://schemas.openxmlformats.org/drawingml/2006/main">
          <a:schemeClr val="accent2"/>
        </a:solidFill>
      </p:bgPr>
    </p:bg>
    <p:spTree>
      <p:nvGrpSpPr>
        <p:cNvPr id="1" name=""/>
        <p:cNvGrpSpPr/>
        <p:nvPr/>
      </p:nvGrpSpPr>
      <p:grpSpPr>
        <a:xfrm xmlns:a="http://schemas.openxmlformats.org/drawingml/2006/main"/>
      </p:grpSpPr>
      <p:sp>
        <p:nvSpPr>
          <p:cNvPr id="89" name="Google Shape;89;p21">
            <a:extLst xmlns:a="http://schemas.openxmlformats.org/drawingml/2006/main">
              <a:ext uri="{FF2B5EF4-FFF2-40B4-BE49-F238E27FC236}">
                <a16:creationId xmlns:a16="http://schemas.microsoft.com/office/drawing/2014/main" id="{66717275-CDCE-4F5A-8DB5-A51A54DC0D66}"/>
              </a:ext>
            </a:extLst>
          </p:cNvPr>
          <p:cNvSpPr>
            <a:spLocks xmlns:a="http://schemas.openxmlformats.org/drawingml/2006/main" noGrp="1"/>
          </p:cNvSpPr>
          <p:nvPr/>
        </p:nvSpPr>
        <p:spPr>
          <a:xfrm xmlns:a="http://schemas.openxmlformats.org/drawingml/2006/main">
            <a:off x="3554946" y="4955133"/>
            <a:ext cx="2120057" cy="1"/>
          </a:xfrm>
          <a:custGeom xmlns:a="http://schemas.openxmlformats.org/drawingml/2006/main">
            <a:rect l="l" t="t" r="r" b="b"/>
            <a:pathLst>
              <a:path w="21600" h="120000">
                <a:moveTo>
                  <a:pt x="0" y="0"/>
                </a:moveTo>
                <a:lnTo>
                  <a:pt x="21600" y="0"/>
                </a:lnTo>
                <a:lnTo>
                  <a:pt x="21600" y="0"/>
                </a:lnTo>
                <a:lnTo>
                  <a:pt x="0" y="0"/>
                </a:lnTo>
                <a:close/>
              </a:path>
            </a:pathLst>
          </a:cu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indent="0" algn="ctr">
              <a:lnSpc>
                <a:spcPct val="157142"/>
              </a:lnSpc>
              <a:spcBef>
                <a:spcPts val="0"/>
              </a:spcBef>
              <a:spcAft>
                <a:spcPts val="0"/>
              </a:spcAft>
              <a:buNone/>
            </a:pPr>
            <a:r>
              <a:rPr sz="1400" b="1" i="0" u="none" cap="none">
                <a:solidFill>
                  <a:srgbClr val="B40000"/>
                </a:solidFill>
                <a:latin typeface="Arial"/>
                <a:ea typeface="Arial"/>
                <a:cs typeface="Arial"/>
              </a:rPr>
              <a:t> </a:t>
            </a:r>
          </a:p>
        </p:txBody>
      </p:sp>
      <p:sp>
        <p:nvSpPr>
          <p:cNvPr id="90" name="Google Shape;90;p21">
            <a:extLst xmlns:a="http://schemas.openxmlformats.org/drawingml/2006/main">
              <a:ext uri="{FF2B5EF4-FFF2-40B4-BE49-F238E27FC236}">
                <a16:creationId xmlns:a16="http://schemas.microsoft.com/office/drawing/2014/main" id="{12F8346F-3B26-4514-929C-1469F5719673}"/>
              </a:ext>
            </a:extLst>
          </p:cNvPr>
          <p:cNvSpPr>
            <a:spLocks xmlns:a="http://schemas.openxmlformats.org/drawingml/2006/main" noGrp="1"/>
          </p:cNvSpPr>
          <p:nvPr/>
        </p:nvSpPr>
        <p:spPr>
          <a:xfrm xmlns:a="http://schemas.openxmlformats.org/drawingml/2006/main">
            <a:off x="1343734" y="2179914"/>
            <a:ext cx="239177" cy="3274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00000"/>
              </a:lnSpc>
              <a:spcBef>
                <a:spcPts val="0"/>
              </a:spcBef>
              <a:spcAft>
                <a:spcPts val="0"/>
              </a:spcAft>
              <a:buNone/>
            </a:pPr>
            <a:r>
              <a:rPr sz="3800" b="1" i="0" u="none" cap="none">
                <a:solidFill>
                  <a:schemeClr val="lt1"/>
                </a:solidFill>
                <a:latin typeface="Arial"/>
                <a:ea typeface="Arial"/>
                <a:cs typeface="Arial"/>
              </a:rPr>
              <a:t>“</a:t>
            </a:r>
          </a:p>
        </p:txBody>
      </p:sp>
      <p:sp>
        <p:nvSpPr>
          <p:cNvPr id="91" name="Google Shape;91;p21">
            <a:extLst xmlns:a="http://schemas.openxmlformats.org/drawingml/2006/main">
              <a:ext uri="{FF2B5EF4-FFF2-40B4-BE49-F238E27FC236}">
                <a16:creationId xmlns:a16="http://schemas.microsoft.com/office/drawing/2014/main" id="{C20E239F-3868-4C91-B973-3B65A79C696A}"/>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noFill xmlns:a="http://schemas.openxmlformats.org/drawingml/2006/main"/>
          <a:ln xmlns:a="http://schemas.openxmlformats.org/drawingml/2006/main" w="9525" cmpd="sng">
            <a:solidFill>
              <a:schemeClr val="lt1"/>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sp>
        <p:nvSpPr>
          <p:cNvPr id="92" name="Google Shape;92;p21">
            <a:extLst xmlns:a="http://schemas.openxmlformats.org/drawingml/2006/main">
              <a:ext uri="{FF2B5EF4-FFF2-40B4-BE49-F238E27FC236}">
                <a16:creationId xmlns:a16="http://schemas.microsoft.com/office/drawing/2014/main" id="{2AEB9AF0-5707-43EC-A812-99B7E8A36208}"/>
              </a:ext>
            </a:extLst>
          </p:cNvPr>
          <p:cNvSpPr>
            <a:spLocks xmlns:a="http://schemas.openxmlformats.org/drawingml/2006/main" noGrp="1"/>
          </p:cNvSpPr>
          <p:nvPr/>
        </p:nvSpPr>
        <p:spPr>
          <a:xfrm xmlns:a="http://schemas.openxmlformats.org/drawingml/2006/main" rot="10800000" flipH="1">
            <a:off x="9366432" y="5569929"/>
            <a:ext cx="505472" cy="505473"/>
          </a:xfrm>
          <a:prstGeom xmlns:a="http://schemas.openxmlformats.org/drawingml/2006/main" prst="rect">
            <a:avLst/>
          </a:prstGeom>
          <a:solidFill xmlns:a="http://schemas.openxmlformats.org/drawingml/2006/main">
            <a:srgbClr val="0BA2B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sp>
        <p:nvSpPr>
          <p:cNvPr id="93" name="Google Shape;93;p21">
            <a:extLst xmlns:a="http://schemas.openxmlformats.org/drawingml/2006/main">
              <a:ext uri="{FF2B5EF4-FFF2-40B4-BE49-F238E27FC236}">
                <a16:creationId xmlns:a16="http://schemas.microsoft.com/office/drawing/2014/main" id="{B9C46859-48FD-47D3-9868-C597BAA81890}"/>
              </a:ext>
            </a:extLst>
          </p:cNvPr>
          <p:cNvSpPr>
            <a:spLocks xmlns:a="http://schemas.openxmlformats.org/drawingml/2006/main" noGrp="1"/>
          </p:cNvSpPr>
          <p:nvPr>
            <p:ph type="title" idx="0"/>
          </p:nvPr>
        </p:nvSpPr>
        <p:spPr>
          <a:xfrm xmlns:a="http://schemas.openxmlformats.org/drawingml/2006/main">
            <a:off x="1591200" y="2187168"/>
            <a:ext cx="8405525" cy="19773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sz="3800">
                <a:solidFill>
                  <a:srgbClr val="FFFFFF"/>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94" name="Google Shape;94;p21">
            <a:extLst xmlns:a="http://schemas.openxmlformats.org/drawingml/2006/main">
              <a:ext uri="{FF2B5EF4-FFF2-40B4-BE49-F238E27FC236}">
                <a16:creationId xmlns:a16="http://schemas.microsoft.com/office/drawing/2014/main" id="{A260935F-CCA3-4EF8-8044-64272002D295}"/>
              </a:ext>
            </a:extLst>
          </p:cNvPr>
          <p:cNvSpPr>
            <a:spLocks xmlns:a="http://schemas.openxmlformats.org/drawingml/2006/main" noGrp="1"/>
          </p:cNvSpPr>
          <p:nvPr>
            <p:ph type="body" idx="1"/>
          </p:nvPr>
        </p:nvSpPr>
        <p:spPr>
          <a:xfrm xmlns:a="http://schemas.openxmlformats.org/drawingml/2006/main">
            <a:off x="1591200" y="4421963"/>
            <a:ext cx="7025229" cy="83551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600" b="1" i="0" u="none" cap="none">
                <a:solidFill>
                  <a:schemeClr val="lt1"/>
                </a:solidFill>
                <a:latin typeface="Arial"/>
                <a:ea typeface="Arial"/>
                <a:cs typeface="Arial"/>
              </a:defRPr>
            </a:lvl1pPr>
            <a:lvl2pPr marL="914400" indent="-228600" algn="l">
              <a:lnSpc>
                <a:spcPct val="100000"/>
              </a:lnSpc>
              <a:spcBef>
                <a:spcPts val="0"/>
              </a:spcBef>
              <a:spcAft>
                <a:spcPts val="0"/>
              </a:spcAft>
              <a:buNone/>
              <a:defRPr sz="1600" b="1" i="0" u="none" cap="none">
                <a:solidFill>
                  <a:schemeClr val="lt2"/>
                </a:solidFill>
                <a:latin typeface="Arial"/>
                <a:ea typeface="Arial"/>
                <a:cs typeface="Arial"/>
              </a:defRPr>
            </a:lvl2pPr>
            <a:lvl3pPr marL="1371600" indent="-228600" algn="l">
              <a:lnSpc>
                <a:spcPct val="100000"/>
              </a:lnSpc>
              <a:spcBef>
                <a:spcPts val="0"/>
              </a:spcBef>
              <a:spcAft>
                <a:spcPts val="0"/>
              </a:spcAft>
              <a:buNone/>
              <a:defRPr sz="1600" b="0" i="0" u="none" cap="none">
                <a:solidFill>
                  <a:schemeClr val="lt2"/>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pic>
        <p:nvPicPr>
          <p:cNvPr id="95" name="Google Shape;95;p21"/>
          <p:cNvPicPr>
            <a:picLocks xmlns:a="http://schemas.openxmlformats.org/drawingml/2006/main" noChangeAspect="1"/>
          </p:cNvPicPr>
          <p:nvPr/>
        </p:nvPicPr>
        <p:blipFill rotWithShape="1">
          <a:blip xmlns:r="http://schemas.openxmlformats.org/officeDocument/2006/relationships" xmlns:a="http://schemas.openxmlformats.org/drawingml/2006/main" r:embed="R173f80f72b3e44bb">
            <a:alphaModFix/>
          </a:blip>
          <a:srcRect xmlns:a="http://schemas.openxmlformats.org/drawingml/2006/main" l="0" t="0" r="0" b="0"/>
          <a:stretch xmlns:a="http://schemas.openxmlformats.org/drawingml/2006/main"/>
        </p:blipFill>
        <p:spPr>
          <a:xfrm xmlns:a="http://schemas.openxmlformats.org/drawingml/2006/main">
            <a:off x="9374886" y="5067046"/>
            <a:ext cx="2006600" cy="1003300"/>
          </a:xfrm>
          <a:prstGeom xmlns:a="http://schemas.openxmlformats.org/drawingml/2006/main" prst="rect">
            <a:avLst/>
          </a:prstGeom>
          <a:ln xmlns:a="http://schemas.openxmlformats.org/drawingml/2006/main">
            <a:noFill/>
          </a:ln>
        </p:spPr>
      </p:pic>
      <p:pic>
        <p:nvPicPr>
          <p:cNvPr id="96" name="Google Shape;96;p21"/>
          <p:cNvPicPr>
            <a:picLocks xmlns:a="http://schemas.openxmlformats.org/drawingml/2006/main" noChangeAspect="1"/>
          </p:cNvPicPr>
          <p:nvPr/>
        </p:nvPicPr>
        <p:blipFill rotWithShape="1">
          <a:blip xmlns:r="http://schemas.openxmlformats.org/officeDocument/2006/relationships" xmlns:a="http://schemas.openxmlformats.org/drawingml/2006/main" r:embed="Rbc51a5ba8cd24619">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14.xml><?xml version="1.0" encoding="utf-8"?>
<p:sldLayout xmlns:p="http://schemas.openxmlformats.org/presentationml/2006/main" matchingName="Content with photo">
  <p:cSld name="Content with photo">
    <p:spTree>
      <p:nvGrpSpPr>
        <p:cNvPr id="1" name=""/>
        <p:cNvGrpSpPr/>
        <p:nvPr/>
      </p:nvGrpSpPr>
      <p:grpSpPr>
        <a:xfrm xmlns:a="http://schemas.openxmlformats.org/drawingml/2006/main"/>
      </p:grpSpPr>
      <p:sp>
        <p:nvSpPr>
          <p:cNvPr id="98" name="Google Shape;98;p22">
            <a:extLst xmlns:a="http://schemas.openxmlformats.org/drawingml/2006/main">
              <a:ext uri="{FF2B5EF4-FFF2-40B4-BE49-F238E27FC236}">
                <a16:creationId xmlns:a16="http://schemas.microsoft.com/office/drawing/2014/main" id="{D252FE04-CDE3-4E0A-B62E-0DEFEB9B4D84}"/>
              </a:ext>
            </a:extLst>
          </p:cNvPr>
          <p:cNvSpPr>
            <a:spLocks xmlns:a="http://schemas.openxmlformats.org/drawingml/2006/main" noGrp="1"/>
          </p:cNvSpPr>
          <p:nvPr>
            <p:ph type="pic" idx="2"/>
          </p:nvPr>
        </p:nvSpPr>
        <p:spPr>
          <a:xfrm xmlns:a="http://schemas.openxmlformats.org/drawingml/2006/main">
            <a:off x="7937500" y="1447601"/>
            <a:ext cx="4241800" cy="5410399"/>
          </a:xfrm>
          <a:prstGeom xmlns:a="http://schemas.openxmlformats.org/drawingml/2006/main" prst="rect">
            <a:avLst/>
          </a:prstGeom>
          <a:noFill xmlns:a="http://schemas.openxmlformats.org/drawingml/2006/main"/>
          <a:ln xmlns:a="http://schemas.openxmlformats.org/drawingml/2006/main">
            <a:noFill/>
          </a:ln>
        </p:spPr>
      </p:sp>
      <p:sp>
        <p:nvSpPr>
          <p:cNvPr id="99" name="Google Shape;99;p22">
            <a:extLst xmlns:a="http://schemas.openxmlformats.org/drawingml/2006/main">
              <a:ext uri="{FF2B5EF4-FFF2-40B4-BE49-F238E27FC236}">
                <a16:creationId xmlns:a16="http://schemas.microsoft.com/office/drawing/2014/main" id="{DD122441-2DF8-441D-86D2-81CA5DA7B40F}"/>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chemeClr val="dk1"/>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100" name="Google Shape;100;p22">
            <a:extLst xmlns:a="http://schemas.openxmlformats.org/drawingml/2006/main">
              <a:ext uri="{FF2B5EF4-FFF2-40B4-BE49-F238E27FC236}">
                <a16:creationId xmlns:a16="http://schemas.microsoft.com/office/drawing/2014/main" id="{2A0DB0E4-8D31-4B1F-B746-2F6C6DAFADCB}"/>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a:lvl1pPr>
            <a:lvl2pPr marL="0" indent="0" algn="r">
              <a:lnSpc>
                <a:spcPct val="100000"/>
              </a:lnSpc>
              <a:spcBef>
                <a:spcPts val="0"/>
              </a:spcBef>
              <a:spcAft>
                <a:spcPts val="0"/>
              </a:spcAft>
              <a:buNone/>
              <a:defRPr/>
            </a:lvl2pPr>
            <a:lvl3pPr marL="0" indent="0" algn="r">
              <a:lnSpc>
                <a:spcPct val="100000"/>
              </a:lnSpc>
              <a:spcBef>
                <a:spcPts val="0"/>
              </a:spcBef>
              <a:spcAft>
                <a:spcPts val="0"/>
              </a:spcAft>
              <a:buNone/>
              <a:defRPr/>
            </a:lvl3pPr>
            <a:lvl4pPr marL="0" indent="0" algn="r">
              <a:lnSpc>
                <a:spcPct val="100000"/>
              </a:lnSpc>
              <a:spcBef>
                <a:spcPts val="0"/>
              </a:spcBef>
              <a:spcAft>
                <a:spcPts val="0"/>
              </a:spcAft>
              <a:buNone/>
              <a:defRPr/>
            </a:lvl4pPr>
            <a:lvl5pPr marL="0" indent="0" algn="r">
              <a:lnSpc>
                <a:spcPct val="100000"/>
              </a:lnSpc>
              <a:spcBef>
                <a:spcPts val="0"/>
              </a:spcBef>
              <a:spcAft>
                <a:spcPts val="0"/>
              </a:spcAft>
              <a:buNone/>
              <a:defRPr/>
            </a:lvl5pPr>
            <a:lvl6pPr marL="0" indent="0" algn="r">
              <a:lnSpc>
                <a:spcPct val="100000"/>
              </a:lnSpc>
              <a:spcBef>
                <a:spcPts val="0"/>
              </a:spcBef>
              <a:spcAft>
                <a:spcPts val="0"/>
              </a:spcAft>
              <a:buNone/>
              <a:defRPr/>
            </a:lvl6pPr>
            <a:lvl7pPr marL="0" indent="0" algn="r">
              <a:lnSpc>
                <a:spcPct val="100000"/>
              </a:lnSpc>
              <a:spcBef>
                <a:spcPts val="0"/>
              </a:spcBef>
              <a:spcAft>
                <a:spcPts val="0"/>
              </a:spcAft>
              <a:buNone/>
              <a:defRPr/>
            </a:lvl7pPr>
            <a:lvl8pPr marL="0" indent="0" algn="r">
              <a:lnSpc>
                <a:spcPct val="100000"/>
              </a:lnSpc>
              <a:spcBef>
                <a:spcPts val="0"/>
              </a:spcBef>
              <a:spcAft>
                <a:spcPts val="0"/>
              </a:spcAft>
              <a:buNone/>
              <a:defRPr/>
            </a:lvl8pPr>
            <a:lvl9pPr marL="0" indent="0" algn="r">
              <a:lnSpc>
                <a:spcPct val="100000"/>
              </a:lnSpc>
              <a:spcBef>
                <a:spcPts val="0"/>
              </a:spcBef>
              <a:spcAft>
                <a:spcPts val="0"/>
              </a:spcAft>
              <a:buNone/>
              <a:defRPr/>
            </a:lvl9pPr>
          </a:lstStyle>
          <a:p xmlns:a="http://schemas.openxmlformats.org/drawingml/2006/main">
            <a:pPr marL="0" indent="0" algn="r">
              <a:spcBef>
                <a:spcPts val="0"/>
              </a:spcBef>
              <a:spcAft>
                <a:spcPts val="0"/>
              </a:spcAft>
              <a:buNone/>
            </a:pPr>
            <a:fld id="{00000000-1234-1234-1234-123412341234}" type="slidenum">
              <a:t>‹#›</a:t>
            </a:fld>
          </a:p>
        </p:txBody>
      </p:sp>
      <p:sp>
        <p:nvSpPr>
          <p:cNvPr id="101" name="Google Shape;101;p22">
            <a:extLst xmlns:a="http://schemas.openxmlformats.org/drawingml/2006/main">
              <a:ext uri="{FF2B5EF4-FFF2-40B4-BE49-F238E27FC236}">
                <a16:creationId xmlns:a16="http://schemas.microsoft.com/office/drawing/2014/main" id="{B614BC42-8025-42C8-9273-D1375195D098}"/>
              </a:ext>
            </a:extLst>
          </p:cNvPr>
          <p:cNvSpPr>
            <a:spLocks xmlns:a="http://schemas.openxmlformats.org/drawingml/2006/main" noGrp="1"/>
          </p:cNvSpPr>
          <p:nvPr>
            <p:ph type="body" idx="1"/>
          </p:nvPr>
        </p:nvSpPr>
        <p:spPr>
          <a:xfrm xmlns:a="http://schemas.openxmlformats.org/drawingml/2006/main">
            <a:off x="360000" y="1440000"/>
            <a:ext cx="72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2200" b="1" i="0" u="none" cap="none">
                <a:solidFill>
                  <a:schemeClr val="dk1"/>
                </a:solidFill>
                <a:latin typeface="Arial"/>
                <a:ea typeface="Arial"/>
                <a:cs typeface="Arial"/>
              </a:defRPr>
            </a:lvl1pPr>
            <a:lvl2pPr marL="914400" indent="-228600" algn="l">
              <a:lnSpc>
                <a:spcPct val="133333"/>
              </a:lnSpc>
              <a:spcBef>
                <a:spcPts val="1000"/>
              </a:spcBef>
              <a:spcAft>
                <a:spcPts val="0"/>
              </a:spcAft>
              <a:buNone/>
              <a:defRPr sz="1200" b="0" i="0" u="none" cap="none">
                <a:solidFill>
                  <a:srgbClr val="172325"/>
                </a:solidFill>
                <a:latin typeface="Arial"/>
                <a:ea typeface="Arial"/>
                <a:cs typeface="Arial"/>
              </a:defRPr>
            </a:lvl2pPr>
            <a:lvl3pPr marL="1371600" indent="-304800" algn="l">
              <a:lnSpc>
                <a:spcPct val="133333"/>
              </a:lnSpc>
              <a:spcBef>
                <a:spcPts val="1000"/>
              </a:spcBef>
              <a:spcAft>
                <a:spcPts val="0"/>
              </a:spcAft>
              <a:buChar char="•"/>
              <a:defRPr sz="1200" b="0" i="0" u="none" cap="none">
                <a:solidFill>
                  <a:schemeClr val="dk1"/>
                </a:solidFill>
                <a:latin typeface="Arial"/>
                <a:ea typeface="Arial"/>
                <a:cs typeface="Arial"/>
              </a:defRPr>
            </a:lvl3pPr>
            <a:lvl4pPr marL="1828800" indent="-228600" algn="l">
              <a:lnSpc>
                <a:spcPct val="100000"/>
              </a:lnSpc>
              <a:spcBef>
                <a:spcPts val="500"/>
              </a:spcBef>
              <a:spcAft>
                <a:spcPts val="0"/>
              </a:spcAft>
              <a:buNone/>
              <a:defRPr sz="1400" b="0" i="0" u="none" cap="none">
                <a:solidFill>
                  <a:srgbClr val="172325"/>
                </a:solidFill>
                <a:latin typeface="Arial"/>
                <a:ea typeface="Arial"/>
                <a:cs typeface="Arial"/>
              </a:defRPr>
            </a:lvl4pPr>
            <a:lvl5pPr marL="2286000" indent="-228600" algn="l">
              <a:lnSpc>
                <a:spcPct val="100000"/>
              </a:lnSpc>
              <a:spcBef>
                <a:spcPts val="500"/>
              </a:spcBef>
              <a:spcAft>
                <a:spcPts val="0"/>
              </a:spcAft>
              <a:buNone/>
              <a:defRPr sz="1400" b="0" i="0" u="none" cap="none">
                <a:solidFill>
                  <a:srgbClr val="17232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FFFFFF"/>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02" name="Google Shape;102;p22">
            <a:extLst xmlns:a="http://schemas.openxmlformats.org/drawingml/2006/main">
              <a:ext uri="{FF2B5EF4-FFF2-40B4-BE49-F238E27FC236}">
                <a16:creationId xmlns:a16="http://schemas.microsoft.com/office/drawing/2014/main" id="{F6238A47-5981-4818-8D5E-2774A70BE102}"/>
              </a:ext>
            </a:extLst>
          </p:cNvPr>
          <p:cNvSpPr>
            <a:spLocks xmlns:a="http://schemas.openxmlformats.org/drawingml/2006/main" noGrp="1"/>
          </p:cNvSpPr>
          <p:nvPr>
            <p:ph type="body" idx="3"/>
          </p:nvPr>
        </p:nvSpPr>
        <p:spPr>
          <a:xfrm xmlns:a="http://schemas.openxmlformats.org/drawingml/2006/main">
            <a:off x="360000" y="1799999"/>
            <a:ext cx="7200000" cy="4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dk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dk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dk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dk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dk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pic>
        <p:nvPicPr>
          <p:cNvPr id="103" name="Google Shape;103;p22"/>
          <p:cNvPicPr>
            <a:picLocks xmlns:a="http://schemas.openxmlformats.org/drawingml/2006/main" noChangeAspect="1"/>
          </p:cNvPicPr>
          <p:nvPr/>
        </p:nvPicPr>
        <p:blipFill rotWithShape="1">
          <a:blip xmlns:r="http://schemas.openxmlformats.org/officeDocument/2006/relationships" xmlns:a="http://schemas.openxmlformats.org/drawingml/2006/main" r:embed="R8cf8e5ab5cbb4a98">
            <a:alphaModFix/>
          </a:blip>
          <a:srcRect xmlns:a="http://schemas.openxmlformats.org/drawingml/2006/main" l="0" t="0" r="0" b="0"/>
          <a:stretch xmlns:a="http://schemas.openxmlformats.org/drawingml/2006/main"/>
        </p:blipFill>
        <p:spPr>
          <a:xfrm xmlns:a="http://schemas.openxmlformats.org/drawingml/2006/main">
            <a:off x="7937500" y="3935445"/>
            <a:ext cx="965200" cy="965200"/>
          </a:xfrm>
          <a:prstGeom xmlns:a="http://schemas.openxmlformats.org/drawingml/2006/main" prst="rect">
            <a:avLst/>
          </a:prstGeom>
          <a:ln xmlns:a="http://schemas.openxmlformats.org/drawingml/2006/main">
            <a:noFill/>
          </a:ln>
        </p:spPr>
      </p:pic>
      <p:sp>
        <p:nvSpPr>
          <p:cNvPr id="104" name="Google Shape;104;p22">
            <a:extLst xmlns:a="http://schemas.openxmlformats.org/drawingml/2006/main">
              <a:ext uri="{FF2B5EF4-FFF2-40B4-BE49-F238E27FC236}">
                <a16:creationId xmlns:a16="http://schemas.microsoft.com/office/drawing/2014/main" id="{31902AC6-52F1-452F-878D-FFB9D97D69ED}"/>
              </a:ext>
            </a:extLst>
          </p:cNvPr>
          <p:cNvSpPr>
            <a:spLocks xmlns:a="http://schemas.openxmlformats.org/drawingml/2006/main" noGrp="1"/>
          </p:cNvSpPr>
          <p:nvPr>
            <p:ph type="body" idx="4"/>
          </p:nvPr>
        </p:nvSpPr>
        <p:spPr>
          <a:xfrm xmlns:a="http://schemas.openxmlformats.org/drawingml/2006/main">
            <a:off x="2793987" y="4888595"/>
            <a:ext cx="6980036" cy="1969405"/>
          </a:xfrm>
          <a:prstGeom xmlns:a="http://schemas.openxmlformats.org/drawingml/2006/main" prst="rect">
            <a:avLst/>
          </a:prstGeom>
          <a:solidFill xmlns:a="http://schemas.openxmlformats.org/drawingml/2006/main">
            <a:srgbClr val="CCF2FF"/>
          </a:solidFill>
          <a:ln xmlns:a="http://schemas.openxmlformats.org/drawingml/2006/main">
            <a:noFill/>
          </a:ln>
        </p:spPr>
        <p:txBody>
          <a:bodyPr xmlns:a="http://schemas.openxmlformats.org/drawingml/2006/main" spcFirstLastPara="1" wrap="square" lIns="317500" tIns="317500" rIns="317500" bIns="317500" anchor="t">
            <a:noAutofit/>
          </a:bodyPr>
          <a:lstStyle xmlns:a="http://schemas.openxmlformats.org/drawingml/2006/main">
            <a:lvl1pPr marL="457200" indent="-228600" algn="l">
              <a:lnSpc>
                <a:spcPct val="115789"/>
              </a:lnSpc>
              <a:spcBef>
                <a:spcPts val="0"/>
              </a:spcBef>
              <a:spcAft>
                <a:spcPts val="0"/>
              </a:spcAft>
              <a:buNone/>
              <a:defRPr sz="1900" b="1" i="0" u="none" cap="none">
                <a:solidFill>
                  <a:schemeClr val="accen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rgbClr val="007565"/>
                </a:solidFill>
                <a:latin typeface="Arial"/>
                <a:ea typeface="Arial"/>
                <a:cs typeface="Arial"/>
              </a:defRPr>
            </a:lvl2pPr>
            <a:lvl3pPr marL="1371600" indent="-317500" algn="l">
              <a:lnSpc>
                <a:spcPct val="100000"/>
              </a:lnSpc>
              <a:spcBef>
                <a:spcPts val="500"/>
              </a:spcBef>
              <a:spcAft>
                <a:spcPts val="0"/>
              </a:spcAft>
              <a:buChar char="-"/>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05" name="Google Shape;105;p22">
            <a:extLst xmlns:a="http://schemas.openxmlformats.org/drawingml/2006/main">
              <a:ext uri="{FF2B5EF4-FFF2-40B4-BE49-F238E27FC236}">
                <a16:creationId xmlns:a16="http://schemas.microsoft.com/office/drawing/2014/main" id="{2BA8E0FD-DAD6-47E9-9AD1-E3EA0E51812C}"/>
              </a:ext>
            </a:extLst>
          </p:cNvPr>
          <p:cNvSpPr>
            <a:spLocks xmlns:a="http://schemas.openxmlformats.org/drawingml/2006/main" noGrp="1"/>
          </p:cNvSpPr>
          <p:nvPr/>
        </p:nvSpPr>
        <p:spPr>
          <a:xfrm xmlns:a="http://schemas.openxmlformats.org/drawingml/2006/main">
            <a:off x="500" y="6761480"/>
            <a:ext cx="12178800" cy="9652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spTree>
  </p:cSld>
</p:sldLayout>
</file>

<file path=ppt/slideLayouts/slideLayout15.xml><?xml version="1.0" encoding="utf-8"?>
<p:sldLayout xmlns:p="http://schemas.openxmlformats.org/presentationml/2006/main" showMasterSp="0" matchingName="TOC Slide 4">
  <p:cSld name="TOC Slide 4">
    <p:bg>
      <p:bgPr>
        <a:solidFill xmlns:a="http://schemas.openxmlformats.org/drawingml/2006/main">
          <a:schemeClr val="accent4"/>
        </a:solidFill>
      </p:bgPr>
    </p:bg>
    <p:spTree>
      <p:nvGrpSpPr>
        <p:cNvPr id="1" name=""/>
        <p:cNvGrpSpPr/>
        <p:nvPr/>
      </p:nvGrpSpPr>
      <p:grpSpPr>
        <a:xfrm xmlns:a="http://schemas.openxmlformats.org/drawingml/2006/main"/>
      </p:grpSpPr>
      <p:sp>
        <p:nvSpPr>
          <p:cNvPr id="107" name="Google Shape;107;p23">
            <a:extLst xmlns:a="http://schemas.openxmlformats.org/drawingml/2006/main">
              <a:ext uri="{FF2B5EF4-FFF2-40B4-BE49-F238E27FC236}">
                <a16:creationId xmlns:a16="http://schemas.microsoft.com/office/drawing/2014/main" id="{5D44A84C-4D94-4590-AB07-425DAAEC202B}"/>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chemeClr val="lt1"/>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108" name="Google Shape;108;p23">
            <a:extLst xmlns:a="http://schemas.openxmlformats.org/drawingml/2006/main">
              <a:ext uri="{FF2B5EF4-FFF2-40B4-BE49-F238E27FC236}">
                <a16:creationId xmlns:a16="http://schemas.microsoft.com/office/drawing/2014/main" id="{F427112C-4FB7-42D0-9E1E-22A14D270549}"/>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rgbClr val="FFFFFF"/>
                </a:solidFill>
                <a:latin typeface="Arial"/>
                <a:ea typeface="Arial"/>
                <a:cs typeface="Arial"/>
              </a:defRPr>
            </a:lvl1pPr>
            <a:lvl2pPr marL="0" indent="0" algn="r">
              <a:lnSpc>
                <a:spcPct val="100000"/>
              </a:lnSpc>
              <a:spcBef>
                <a:spcPts val="0"/>
              </a:spcBef>
              <a:spcAft>
                <a:spcPts val="0"/>
              </a:spcAft>
              <a:buNone/>
              <a:defRPr sz="1000" b="0" i="0" u="none" cap="none">
                <a:solidFill>
                  <a:srgbClr val="FFFFFF"/>
                </a:solidFill>
                <a:latin typeface="Arial"/>
                <a:ea typeface="Arial"/>
                <a:cs typeface="Arial"/>
              </a:defRPr>
            </a:lvl2pPr>
            <a:lvl3pPr marL="0" indent="0" algn="r">
              <a:lnSpc>
                <a:spcPct val="100000"/>
              </a:lnSpc>
              <a:spcBef>
                <a:spcPts val="0"/>
              </a:spcBef>
              <a:spcAft>
                <a:spcPts val="0"/>
              </a:spcAft>
              <a:buNone/>
              <a:defRPr sz="1000" b="0" i="0" u="none" cap="none">
                <a:solidFill>
                  <a:srgbClr val="FFFFFF"/>
                </a:solidFill>
                <a:latin typeface="Arial"/>
                <a:ea typeface="Arial"/>
                <a:cs typeface="Arial"/>
              </a:defRPr>
            </a:lvl3pPr>
            <a:lvl4pPr marL="0" indent="0" algn="r">
              <a:lnSpc>
                <a:spcPct val="100000"/>
              </a:lnSpc>
              <a:spcBef>
                <a:spcPts val="0"/>
              </a:spcBef>
              <a:spcAft>
                <a:spcPts val="0"/>
              </a:spcAft>
              <a:buNone/>
              <a:defRPr sz="1000" b="0" i="0" u="none" cap="none">
                <a:solidFill>
                  <a:srgbClr val="FFFFFF"/>
                </a:solidFill>
                <a:latin typeface="Arial"/>
                <a:ea typeface="Arial"/>
                <a:cs typeface="Arial"/>
              </a:defRPr>
            </a:lvl4pPr>
            <a:lvl5pPr marL="0" indent="0" algn="r">
              <a:lnSpc>
                <a:spcPct val="100000"/>
              </a:lnSpc>
              <a:spcBef>
                <a:spcPts val="0"/>
              </a:spcBef>
              <a:spcAft>
                <a:spcPts val="0"/>
              </a:spcAft>
              <a:buNone/>
              <a:defRPr sz="1000" b="0" i="0" u="none" cap="none">
                <a:solidFill>
                  <a:srgbClr val="FFFFFF"/>
                </a:solidFill>
                <a:latin typeface="Arial"/>
                <a:ea typeface="Arial"/>
                <a:cs typeface="Arial"/>
              </a:defRPr>
            </a:lvl5pPr>
            <a:lvl6pPr marL="0" indent="0" algn="r">
              <a:lnSpc>
                <a:spcPct val="100000"/>
              </a:lnSpc>
              <a:spcBef>
                <a:spcPts val="0"/>
              </a:spcBef>
              <a:spcAft>
                <a:spcPts val="0"/>
              </a:spcAft>
              <a:buNone/>
              <a:defRPr sz="1000" b="0" i="0" u="none" cap="none">
                <a:solidFill>
                  <a:srgbClr val="FFFFFF"/>
                </a:solidFill>
                <a:latin typeface="Arial"/>
                <a:ea typeface="Arial"/>
                <a:cs typeface="Arial"/>
              </a:defRPr>
            </a:lvl6pPr>
            <a:lvl7pPr marL="0" indent="0" algn="r">
              <a:lnSpc>
                <a:spcPct val="100000"/>
              </a:lnSpc>
              <a:spcBef>
                <a:spcPts val="0"/>
              </a:spcBef>
              <a:spcAft>
                <a:spcPts val="0"/>
              </a:spcAft>
              <a:buNone/>
              <a:defRPr sz="1000" b="0" i="0" u="none" cap="none">
                <a:solidFill>
                  <a:srgbClr val="FFFFFF"/>
                </a:solidFill>
                <a:latin typeface="Arial"/>
                <a:ea typeface="Arial"/>
                <a:cs typeface="Arial"/>
              </a:defRPr>
            </a:lvl7pPr>
            <a:lvl8pPr marL="0" indent="0" algn="r">
              <a:lnSpc>
                <a:spcPct val="100000"/>
              </a:lnSpc>
              <a:spcBef>
                <a:spcPts val="0"/>
              </a:spcBef>
              <a:spcAft>
                <a:spcPts val="0"/>
              </a:spcAft>
              <a:buNone/>
              <a:defRPr sz="1000" b="0" i="0" u="none" cap="none">
                <a:solidFill>
                  <a:srgbClr val="FFFFFF"/>
                </a:solidFill>
                <a:latin typeface="Arial"/>
                <a:ea typeface="Arial"/>
                <a:cs typeface="Arial"/>
              </a:defRPr>
            </a:lvl8pPr>
            <a:lvl9pPr marL="0" indent="0" algn="r">
              <a:lnSpc>
                <a:spcPct val="100000"/>
              </a:lnSpc>
              <a:spcBef>
                <a:spcPts val="0"/>
              </a:spcBef>
              <a:spcAft>
                <a:spcPts val="0"/>
              </a:spcAft>
              <a:buNone/>
              <a:defRPr sz="1000" b="0" i="0" u="none" cap="none">
                <a:solidFill>
                  <a:srgbClr val="FFFFFF"/>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109" name="Google Shape;109;p23">
            <a:extLst xmlns:a="http://schemas.openxmlformats.org/drawingml/2006/main">
              <a:ext uri="{FF2B5EF4-FFF2-40B4-BE49-F238E27FC236}">
                <a16:creationId xmlns:a16="http://schemas.microsoft.com/office/drawing/2014/main" id="{4EBF392E-5613-4234-AA1B-E01752B26981}"/>
              </a:ext>
            </a:extLst>
          </p:cNvPr>
          <p:cNvSpPr>
            <a:spLocks xmlns:a="http://schemas.openxmlformats.org/drawingml/2006/main" noGrp="1"/>
          </p:cNvSpPr>
          <p:nvPr>
            <p:ph type="body" idx="1"/>
          </p:nvPr>
        </p:nvSpPr>
        <p:spPr>
          <a:xfrm xmlns:a="http://schemas.openxmlformats.org/drawingml/2006/main">
            <a:off x="360000" y="3445170"/>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10" name="Google Shape;110;p23">
            <a:extLst xmlns:a="http://schemas.openxmlformats.org/drawingml/2006/main">
              <a:ext uri="{FF2B5EF4-FFF2-40B4-BE49-F238E27FC236}">
                <a16:creationId xmlns:a16="http://schemas.microsoft.com/office/drawing/2014/main" id="{0CA4C242-D4A2-4B14-94CA-AB93BF97B0E6}"/>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sp>
        <p:nvSpPr>
          <p:cNvPr id="111" name="Google Shape;111;p23">
            <a:extLst xmlns:a="http://schemas.openxmlformats.org/drawingml/2006/main">
              <a:ext uri="{FF2B5EF4-FFF2-40B4-BE49-F238E27FC236}">
                <a16:creationId xmlns:a16="http://schemas.microsoft.com/office/drawing/2014/main" id="{AEE4B9A0-C600-4E0E-9008-D98D47DA11DC}"/>
              </a:ext>
            </a:extLst>
          </p:cNvPr>
          <p:cNvSpPr>
            <a:spLocks xmlns:a="http://schemas.openxmlformats.org/drawingml/2006/main" noGrp="1"/>
          </p:cNvSpPr>
          <p:nvPr>
            <p:ph type="body" idx="2"/>
          </p:nvPr>
        </p:nvSpPr>
        <p:spPr>
          <a:xfrm xmlns:a="http://schemas.openxmlformats.org/drawingml/2006/main">
            <a:off x="3229990" y="3445170"/>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12" name="Google Shape;112;p23">
            <a:extLst xmlns:a="http://schemas.openxmlformats.org/drawingml/2006/main">
              <a:ext uri="{FF2B5EF4-FFF2-40B4-BE49-F238E27FC236}">
                <a16:creationId xmlns:a16="http://schemas.microsoft.com/office/drawing/2014/main" id="{FD1434A0-0FA3-4A66-866E-5E7810CDAC21}"/>
              </a:ext>
            </a:extLst>
          </p:cNvPr>
          <p:cNvSpPr>
            <a:spLocks xmlns:a="http://schemas.openxmlformats.org/drawingml/2006/main" noGrp="1"/>
          </p:cNvSpPr>
          <p:nvPr>
            <p:ph type="body" idx="3"/>
          </p:nvPr>
        </p:nvSpPr>
        <p:spPr>
          <a:xfrm xmlns:a="http://schemas.openxmlformats.org/drawingml/2006/main">
            <a:off x="6099980" y="3445170"/>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13" name="Google Shape;113;p23">
            <a:extLst xmlns:a="http://schemas.openxmlformats.org/drawingml/2006/main">
              <a:ext uri="{FF2B5EF4-FFF2-40B4-BE49-F238E27FC236}">
                <a16:creationId xmlns:a16="http://schemas.microsoft.com/office/drawing/2014/main" id="{09D30A6F-496E-4F7C-9086-5D26FDFDDD47}"/>
              </a:ext>
            </a:extLst>
          </p:cNvPr>
          <p:cNvSpPr>
            <a:spLocks xmlns:a="http://schemas.openxmlformats.org/drawingml/2006/main" noGrp="1"/>
          </p:cNvSpPr>
          <p:nvPr>
            <p:ph type="body" idx="4"/>
          </p:nvPr>
        </p:nvSpPr>
        <p:spPr>
          <a:xfrm xmlns:a="http://schemas.openxmlformats.org/drawingml/2006/main">
            <a:off x="8969970" y="3445170"/>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pic>
        <p:nvPicPr>
          <p:cNvPr id="114" name="Google Shape;114;p23"/>
          <p:cNvPicPr>
            <a:picLocks xmlns:a="http://schemas.openxmlformats.org/drawingml/2006/main" noChangeAspect="1"/>
          </p:cNvPicPr>
          <p:nvPr/>
        </p:nvPicPr>
        <p:blipFill rotWithShape="1">
          <a:blip xmlns:r="http://schemas.openxmlformats.org/officeDocument/2006/relationships" xmlns:a="http://schemas.openxmlformats.org/drawingml/2006/main" r:embed="R9f70290c3a864475">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16.xml><?xml version="1.0" encoding="utf-8"?>
<p:sldLayout xmlns:p="http://schemas.openxmlformats.org/presentationml/2006/main" showMasterSp="0" matchingName="TOC Slide 8">
  <p:cSld name="TOC Slide 8">
    <p:bg>
      <p:bgPr>
        <a:solidFill xmlns:a="http://schemas.openxmlformats.org/drawingml/2006/main">
          <a:schemeClr val="accent4"/>
        </a:solidFill>
      </p:bgPr>
    </p:bg>
    <p:spTree>
      <p:nvGrpSpPr>
        <p:cNvPr id="1" name=""/>
        <p:cNvGrpSpPr/>
        <p:nvPr/>
      </p:nvGrpSpPr>
      <p:grpSpPr>
        <a:xfrm xmlns:a="http://schemas.openxmlformats.org/drawingml/2006/main"/>
      </p:grpSpPr>
      <p:sp>
        <p:nvSpPr>
          <p:cNvPr id="116" name="Google Shape;116;p24">
            <a:extLst xmlns:a="http://schemas.openxmlformats.org/drawingml/2006/main">
              <a:ext uri="{FF2B5EF4-FFF2-40B4-BE49-F238E27FC236}">
                <a16:creationId xmlns:a16="http://schemas.microsoft.com/office/drawing/2014/main" id="{0DF7DE27-10DC-4251-BC63-04CCF7FEA0C5}"/>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chemeClr val="lt1"/>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117" name="Google Shape;117;p24">
            <a:extLst xmlns:a="http://schemas.openxmlformats.org/drawingml/2006/main">
              <a:ext uri="{FF2B5EF4-FFF2-40B4-BE49-F238E27FC236}">
                <a16:creationId xmlns:a16="http://schemas.microsoft.com/office/drawing/2014/main" id="{21E47566-1C8B-490F-AF7F-082E4D7CB90F}"/>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rgbClr val="FFFFFF"/>
                </a:solidFill>
                <a:latin typeface="Arial"/>
                <a:ea typeface="Arial"/>
                <a:cs typeface="Arial"/>
              </a:defRPr>
            </a:lvl1pPr>
            <a:lvl2pPr marL="0" indent="0" algn="r">
              <a:lnSpc>
                <a:spcPct val="100000"/>
              </a:lnSpc>
              <a:spcBef>
                <a:spcPts val="0"/>
              </a:spcBef>
              <a:spcAft>
                <a:spcPts val="0"/>
              </a:spcAft>
              <a:buNone/>
              <a:defRPr sz="1000" b="0" i="0" u="none" cap="none">
                <a:solidFill>
                  <a:srgbClr val="FFFFFF"/>
                </a:solidFill>
                <a:latin typeface="Arial"/>
                <a:ea typeface="Arial"/>
                <a:cs typeface="Arial"/>
              </a:defRPr>
            </a:lvl2pPr>
            <a:lvl3pPr marL="0" indent="0" algn="r">
              <a:lnSpc>
                <a:spcPct val="100000"/>
              </a:lnSpc>
              <a:spcBef>
                <a:spcPts val="0"/>
              </a:spcBef>
              <a:spcAft>
                <a:spcPts val="0"/>
              </a:spcAft>
              <a:buNone/>
              <a:defRPr sz="1000" b="0" i="0" u="none" cap="none">
                <a:solidFill>
                  <a:srgbClr val="FFFFFF"/>
                </a:solidFill>
                <a:latin typeface="Arial"/>
                <a:ea typeface="Arial"/>
                <a:cs typeface="Arial"/>
              </a:defRPr>
            </a:lvl3pPr>
            <a:lvl4pPr marL="0" indent="0" algn="r">
              <a:lnSpc>
                <a:spcPct val="100000"/>
              </a:lnSpc>
              <a:spcBef>
                <a:spcPts val="0"/>
              </a:spcBef>
              <a:spcAft>
                <a:spcPts val="0"/>
              </a:spcAft>
              <a:buNone/>
              <a:defRPr sz="1000" b="0" i="0" u="none" cap="none">
                <a:solidFill>
                  <a:srgbClr val="FFFFFF"/>
                </a:solidFill>
                <a:latin typeface="Arial"/>
                <a:ea typeface="Arial"/>
                <a:cs typeface="Arial"/>
              </a:defRPr>
            </a:lvl4pPr>
            <a:lvl5pPr marL="0" indent="0" algn="r">
              <a:lnSpc>
                <a:spcPct val="100000"/>
              </a:lnSpc>
              <a:spcBef>
                <a:spcPts val="0"/>
              </a:spcBef>
              <a:spcAft>
                <a:spcPts val="0"/>
              </a:spcAft>
              <a:buNone/>
              <a:defRPr sz="1000" b="0" i="0" u="none" cap="none">
                <a:solidFill>
                  <a:srgbClr val="FFFFFF"/>
                </a:solidFill>
                <a:latin typeface="Arial"/>
                <a:ea typeface="Arial"/>
                <a:cs typeface="Arial"/>
              </a:defRPr>
            </a:lvl5pPr>
            <a:lvl6pPr marL="0" indent="0" algn="r">
              <a:lnSpc>
                <a:spcPct val="100000"/>
              </a:lnSpc>
              <a:spcBef>
                <a:spcPts val="0"/>
              </a:spcBef>
              <a:spcAft>
                <a:spcPts val="0"/>
              </a:spcAft>
              <a:buNone/>
              <a:defRPr sz="1000" b="0" i="0" u="none" cap="none">
                <a:solidFill>
                  <a:srgbClr val="FFFFFF"/>
                </a:solidFill>
                <a:latin typeface="Arial"/>
                <a:ea typeface="Arial"/>
                <a:cs typeface="Arial"/>
              </a:defRPr>
            </a:lvl6pPr>
            <a:lvl7pPr marL="0" indent="0" algn="r">
              <a:lnSpc>
                <a:spcPct val="100000"/>
              </a:lnSpc>
              <a:spcBef>
                <a:spcPts val="0"/>
              </a:spcBef>
              <a:spcAft>
                <a:spcPts val="0"/>
              </a:spcAft>
              <a:buNone/>
              <a:defRPr sz="1000" b="0" i="0" u="none" cap="none">
                <a:solidFill>
                  <a:srgbClr val="FFFFFF"/>
                </a:solidFill>
                <a:latin typeface="Arial"/>
                <a:ea typeface="Arial"/>
                <a:cs typeface="Arial"/>
              </a:defRPr>
            </a:lvl7pPr>
            <a:lvl8pPr marL="0" indent="0" algn="r">
              <a:lnSpc>
                <a:spcPct val="100000"/>
              </a:lnSpc>
              <a:spcBef>
                <a:spcPts val="0"/>
              </a:spcBef>
              <a:spcAft>
                <a:spcPts val="0"/>
              </a:spcAft>
              <a:buNone/>
              <a:defRPr sz="1000" b="0" i="0" u="none" cap="none">
                <a:solidFill>
                  <a:srgbClr val="FFFFFF"/>
                </a:solidFill>
                <a:latin typeface="Arial"/>
                <a:ea typeface="Arial"/>
                <a:cs typeface="Arial"/>
              </a:defRPr>
            </a:lvl8pPr>
            <a:lvl9pPr marL="0" indent="0" algn="r">
              <a:lnSpc>
                <a:spcPct val="100000"/>
              </a:lnSpc>
              <a:spcBef>
                <a:spcPts val="0"/>
              </a:spcBef>
              <a:spcAft>
                <a:spcPts val="0"/>
              </a:spcAft>
              <a:buNone/>
              <a:defRPr sz="1000" b="0" i="0" u="none" cap="none">
                <a:solidFill>
                  <a:srgbClr val="FFFFFF"/>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118" name="Google Shape;118;p24">
            <a:extLst xmlns:a="http://schemas.openxmlformats.org/drawingml/2006/main">
              <a:ext uri="{FF2B5EF4-FFF2-40B4-BE49-F238E27FC236}">
                <a16:creationId xmlns:a16="http://schemas.microsoft.com/office/drawing/2014/main" id="{2D19B21A-3296-4DAB-AA53-C7A07436C817}"/>
              </a:ext>
            </a:extLst>
          </p:cNvPr>
          <p:cNvSpPr>
            <a:spLocks xmlns:a="http://schemas.openxmlformats.org/drawingml/2006/main" noGrp="1"/>
          </p:cNvSpPr>
          <p:nvPr>
            <p:ph type="body" idx="1"/>
          </p:nvPr>
        </p:nvSpPr>
        <p:spPr>
          <a:xfrm xmlns:a="http://schemas.openxmlformats.org/drawingml/2006/main">
            <a:off x="360000" y="1565570"/>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19" name="Google Shape;119;p24">
            <a:extLst xmlns:a="http://schemas.openxmlformats.org/drawingml/2006/main">
              <a:ext uri="{FF2B5EF4-FFF2-40B4-BE49-F238E27FC236}">
                <a16:creationId xmlns:a16="http://schemas.microsoft.com/office/drawing/2014/main" id="{00DEAAFE-B99C-4170-9333-7C19558AA80E}"/>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sp>
        <p:nvSpPr>
          <p:cNvPr id="120" name="Google Shape;120;p24">
            <a:extLst xmlns:a="http://schemas.openxmlformats.org/drawingml/2006/main">
              <a:ext uri="{FF2B5EF4-FFF2-40B4-BE49-F238E27FC236}">
                <a16:creationId xmlns:a16="http://schemas.microsoft.com/office/drawing/2014/main" id="{7FA3C5A7-C04F-43FA-9E0B-681441EDC443}"/>
              </a:ext>
            </a:extLst>
          </p:cNvPr>
          <p:cNvSpPr>
            <a:spLocks xmlns:a="http://schemas.openxmlformats.org/drawingml/2006/main" noGrp="1"/>
          </p:cNvSpPr>
          <p:nvPr>
            <p:ph type="body" idx="2"/>
          </p:nvPr>
        </p:nvSpPr>
        <p:spPr>
          <a:xfrm xmlns:a="http://schemas.openxmlformats.org/drawingml/2006/main">
            <a:off x="3229990" y="1565570"/>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21" name="Google Shape;121;p24">
            <a:extLst xmlns:a="http://schemas.openxmlformats.org/drawingml/2006/main">
              <a:ext uri="{FF2B5EF4-FFF2-40B4-BE49-F238E27FC236}">
                <a16:creationId xmlns:a16="http://schemas.microsoft.com/office/drawing/2014/main" id="{B9C3CA0C-0798-42D0-904A-5328C29D38AF}"/>
              </a:ext>
            </a:extLst>
          </p:cNvPr>
          <p:cNvSpPr>
            <a:spLocks xmlns:a="http://schemas.openxmlformats.org/drawingml/2006/main" noGrp="1"/>
          </p:cNvSpPr>
          <p:nvPr>
            <p:ph type="body" idx="3"/>
          </p:nvPr>
        </p:nvSpPr>
        <p:spPr>
          <a:xfrm xmlns:a="http://schemas.openxmlformats.org/drawingml/2006/main">
            <a:off x="6099980" y="1565570"/>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22" name="Google Shape;122;p24">
            <a:extLst xmlns:a="http://schemas.openxmlformats.org/drawingml/2006/main">
              <a:ext uri="{FF2B5EF4-FFF2-40B4-BE49-F238E27FC236}">
                <a16:creationId xmlns:a16="http://schemas.microsoft.com/office/drawing/2014/main" id="{526523D8-0F04-44DB-A953-16F3D257DA61}"/>
              </a:ext>
            </a:extLst>
          </p:cNvPr>
          <p:cNvSpPr>
            <a:spLocks xmlns:a="http://schemas.openxmlformats.org/drawingml/2006/main" noGrp="1"/>
          </p:cNvSpPr>
          <p:nvPr>
            <p:ph type="body" idx="4"/>
          </p:nvPr>
        </p:nvSpPr>
        <p:spPr>
          <a:xfrm xmlns:a="http://schemas.openxmlformats.org/drawingml/2006/main">
            <a:off x="8969970" y="1565570"/>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23" name="Google Shape;123;p24">
            <a:extLst xmlns:a="http://schemas.openxmlformats.org/drawingml/2006/main">
              <a:ext uri="{FF2B5EF4-FFF2-40B4-BE49-F238E27FC236}">
                <a16:creationId xmlns:a16="http://schemas.microsoft.com/office/drawing/2014/main" id="{BFC1F2C1-7F0C-4A2A-B08B-1DF8BCC96B3D}"/>
              </a:ext>
            </a:extLst>
          </p:cNvPr>
          <p:cNvSpPr>
            <a:spLocks xmlns:a="http://schemas.openxmlformats.org/drawingml/2006/main" noGrp="1"/>
          </p:cNvSpPr>
          <p:nvPr>
            <p:ph type="body" idx="5"/>
          </p:nvPr>
        </p:nvSpPr>
        <p:spPr>
          <a:xfrm xmlns:a="http://schemas.openxmlformats.org/drawingml/2006/main">
            <a:off x="360000" y="4077072"/>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24" name="Google Shape;124;p24">
            <a:extLst xmlns:a="http://schemas.openxmlformats.org/drawingml/2006/main">
              <a:ext uri="{FF2B5EF4-FFF2-40B4-BE49-F238E27FC236}">
                <a16:creationId xmlns:a16="http://schemas.microsoft.com/office/drawing/2014/main" id="{22FBE846-A567-4143-8066-105EB794977F}"/>
              </a:ext>
            </a:extLst>
          </p:cNvPr>
          <p:cNvSpPr>
            <a:spLocks xmlns:a="http://schemas.openxmlformats.org/drawingml/2006/main" noGrp="1"/>
          </p:cNvSpPr>
          <p:nvPr>
            <p:ph type="body" idx="6"/>
          </p:nvPr>
        </p:nvSpPr>
        <p:spPr>
          <a:xfrm xmlns:a="http://schemas.openxmlformats.org/drawingml/2006/main">
            <a:off x="3229990" y="4077072"/>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25" name="Google Shape;125;p24">
            <a:extLst xmlns:a="http://schemas.openxmlformats.org/drawingml/2006/main">
              <a:ext uri="{FF2B5EF4-FFF2-40B4-BE49-F238E27FC236}">
                <a16:creationId xmlns:a16="http://schemas.microsoft.com/office/drawing/2014/main" id="{EC79768F-8996-4B35-BEFE-77A592B92A6C}"/>
              </a:ext>
            </a:extLst>
          </p:cNvPr>
          <p:cNvSpPr>
            <a:spLocks xmlns:a="http://schemas.openxmlformats.org/drawingml/2006/main" noGrp="1"/>
          </p:cNvSpPr>
          <p:nvPr>
            <p:ph type="body" idx="7"/>
          </p:nvPr>
        </p:nvSpPr>
        <p:spPr>
          <a:xfrm xmlns:a="http://schemas.openxmlformats.org/drawingml/2006/main">
            <a:off x="6099980" y="4077072"/>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26" name="Google Shape;126;p24">
            <a:extLst xmlns:a="http://schemas.openxmlformats.org/drawingml/2006/main">
              <a:ext uri="{FF2B5EF4-FFF2-40B4-BE49-F238E27FC236}">
                <a16:creationId xmlns:a16="http://schemas.microsoft.com/office/drawing/2014/main" id="{7FCF9301-70CF-4280-89AB-DDC68199F57D}"/>
              </a:ext>
            </a:extLst>
          </p:cNvPr>
          <p:cNvSpPr>
            <a:spLocks xmlns:a="http://schemas.openxmlformats.org/drawingml/2006/main" noGrp="1"/>
          </p:cNvSpPr>
          <p:nvPr>
            <p:ph type="body" idx="8"/>
          </p:nvPr>
        </p:nvSpPr>
        <p:spPr>
          <a:xfrm xmlns:a="http://schemas.openxmlformats.org/drawingml/2006/main">
            <a:off x="8969970" y="4077072"/>
            <a:ext cx="252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500"/>
              </a:spcBef>
              <a:spcAft>
                <a:spcPts val="0"/>
              </a:spcAft>
              <a:buNone/>
              <a:defRPr sz="1800" b="0" i="0" u="none" cap="none">
                <a:solidFill>
                  <a:schemeClr val="lt1"/>
                </a:solidFill>
                <a:latin typeface="Arial"/>
                <a:ea typeface="Arial"/>
                <a:cs typeface="Arial"/>
              </a:defRPr>
            </a:lvl1pPr>
            <a:lvl2pPr marL="914400" indent="-317500" algn="l">
              <a:lnSpc>
                <a:spcPct val="100000"/>
              </a:lnSpc>
              <a:spcBef>
                <a:spcPts val="500"/>
              </a:spcBef>
              <a:spcAft>
                <a:spcPts val="0"/>
              </a:spcAft>
              <a:buChar char="•"/>
              <a:defRPr sz="1400" b="0" i="0" u="none" cap="none">
                <a:solidFill>
                  <a:schemeClr val="lt1"/>
                </a:solidFill>
                <a:latin typeface="Arial"/>
                <a:ea typeface="Arial"/>
                <a:cs typeface="Arial"/>
              </a:defRPr>
            </a:lvl2pPr>
            <a:lvl3pPr marL="1371600" indent="-317500" algn="l">
              <a:lnSpc>
                <a:spcPct val="100000"/>
              </a:lnSpc>
              <a:spcBef>
                <a:spcPts val="500"/>
              </a:spcBef>
              <a:spcAft>
                <a:spcPts val="0"/>
              </a:spcAft>
              <a:buChar char="-"/>
              <a:defRPr sz="1400" b="0" i="0" u="none" cap="none">
                <a:solidFill>
                  <a:schemeClr val="lt1"/>
                </a:solidFill>
                <a:latin typeface="Arial"/>
                <a:ea typeface="Arial"/>
                <a:cs typeface="Arial"/>
              </a:defRPr>
            </a:lvl3pPr>
            <a:lvl4pPr marL="1828800" indent="-317500" algn="l">
              <a:lnSpc>
                <a:spcPct val="100000"/>
              </a:lnSpc>
              <a:spcBef>
                <a:spcPts val="500"/>
              </a:spcBef>
              <a:spcAft>
                <a:spcPts val="0"/>
              </a:spcAft>
              <a:buChar char="•"/>
              <a:defRPr sz="1400" b="0" i="0" u="none" cap="none">
                <a:solidFill>
                  <a:schemeClr val="lt1"/>
                </a:solidFill>
                <a:latin typeface="Arial"/>
                <a:ea typeface="Arial"/>
                <a:cs typeface="Arial"/>
              </a:defRPr>
            </a:lvl4pPr>
            <a:lvl5pPr marL="2286000" indent="-317500" algn="l">
              <a:lnSpc>
                <a:spcPct val="100000"/>
              </a:lnSpc>
              <a:spcBef>
                <a:spcPts val="500"/>
              </a:spcBef>
              <a:spcAft>
                <a:spcPts val="0"/>
              </a:spcAft>
              <a:buChar char="-"/>
              <a:defRPr sz="1400" b="0" i="0" u="none" cap="none">
                <a:solidFill>
                  <a:schemeClr val="lt1"/>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pic>
        <p:nvPicPr>
          <p:cNvPr id="127" name="Google Shape;127;p24"/>
          <p:cNvPicPr>
            <a:picLocks xmlns:a="http://schemas.openxmlformats.org/drawingml/2006/main" noChangeAspect="1"/>
          </p:cNvPicPr>
          <p:nvPr/>
        </p:nvPicPr>
        <p:blipFill rotWithShape="1">
          <a:blip xmlns:r="http://schemas.openxmlformats.org/officeDocument/2006/relationships" xmlns:a="http://schemas.openxmlformats.org/drawingml/2006/main" r:embed="R108ebde450704147">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17.xml><?xml version="1.0" encoding="utf-8"?>
<p:sldLayout xmlns:p="http://schemas.openxmlformats.org/presentationml/2006/main" showMasterSp="0" matchingName="Agenda slide Table Dark">
  <p:cSld name="Agenda slide Table Dark">
    <p:bg>
      <p:bgPr>
        <a:solidFill xmlns:a="http://schemas.openxmlformats.org/drawingml/2006/main">
          <a:schemeClr val="accent2"/>
        </a:solidFill>
      </p:bgPr>
    </p:bg>
    <p:spTree>
      <p:nvGrpSpPr>
        <p:cNvPr id="1" name=""/>
        <p:cNvGrpSpPr/>
        <p:nvPr/>
      </p:nvGrpSpPr>
      <p:grpSpPr>
        <a:xfrm xmlns:a="http://schemas.openxmlformats.org/drawingml/2006/main"/>
      </p:grpSpPr>
      <p:sp>
        <p:nvSpPr>
          <p:cNvPr id="129" name="Google Shape;129;p25">
            <a:extLst xmlns:a="http://schemas.openxmlformats.org/drawingml/2006/main">
              <a:ext uri="{FF2B5EF4-FFF2-40B4-BE49-F238E27FC236}">
                <a16:creationId xmlns:a16="http://schemas.microsoft.com/office/drawing/2014/main" id="{4681D043-576A-422A-9F4B-70C66610C98E}"/>
              </a:ext>
            </a:extLst>
          </p:cNvPr>
          <p:cNvSpPr>
            <a:spLocks xmlns:a="http://schemas.openxmlformats.org/drawingml/2006/main" noGrp="1"/>
          </p:cNvSpPr>
          <p:nvPr>
            <p:ph type="title" idx="0"/>
          </p:nvPr>
        </p:nvSpPr>
        <p:spPr>
          <a:xfrm xmlns:a="http://schemas.openxmlformats.org/drawingml/2006/main">
            <a:off x="359999" y="360000"/>
            <a:ext cx="9000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rgbClr val="FFFFFF"/>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130" name="Google Shape;130;p25">
            <a:extLst xmlns:a="http://schemas.openxmlformats.org/drawingml/2006/main">
              <a:ext uri="{FF2B5EF4-FFF2-40B4-BE49-F238E27FC236}">
                <a16:creationId xmlns:a16="http://schemas.microsoft.com/office/drawing/2014/main" id="{C33654A4-EBDD-40A7-80AE-290A46BB3271}"/>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131" name="Google Shape;131;p25">
            <a:extLst xmlns:a="http://schemas.openxmlformats.org/drawingml/2006/main">
              <a:ext uri="{FF2B5EF4-FFF2-40B4-BE49-F238E27FC236}">
                <a16:creationId xmlns:a16="http://schemas.microsoft.com/office/drawing/2014/main" id="{568BA557-C73F-4ECF-9FEE-120C888BAE6B}"/>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132" name="Google Shape;132;p25"/>
          <p:cNvPicPr>
            <a:picLocks xmlns:a="http://schemas.openxmlformats.org/drawingml/2006/main" noChangeAspect="1"/>
          </p:cNvPicPr>
          <p:nvPr/>
        </p:nvPicPr>
        <p:blipFill rotWithShape="1">
          <a:blip xmlns:r="http://schemas.openxmlformats.org/officeDocument/2006/relationships" xmlns:a="http://schemas.openxmlformats.org/drawingml/2006/main" r:embed="Rbee889d86f9942ab">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18.xml><?xml version="1.0" encoding="utf-8"?>
<p:sldLayout xmlns:p="http://schemas.openxmlformats.org/presentationml/2006/main" showMasterSp="0" matchingName="Agenda slide Table">
  <p:cSld name="Agenda slide Table">
    <p:bg>
      <p:bgPr>
        <a:solidFill xmlns:a="http://schemas.openxmlformats.org/drawingml/2006/main">
          <a:schemeClr val="accent4"/>
        </a:solidFill>
      </p:bgPr>
    </p:bg>
    <p:spTree>
      <p:nvGrpSpPr>
        <p:cNvPr id="1" name=""/>
        <p:cNvGrpSpPr/>
        <p:nvPr/>
      </p:nvGrpSpPr>
      <p:grpSpPr>
        <a:xfrm xmlns:a="http://schemas.openxmlformats.org/drawingml/2006/main"/>
      </p:grpSpPr>
      <p:sp>
        <p:nvSpPr>
          <p:cNvPr id="134" name="Google Shape;134;p26">
            <a:extLst xmlns:a="http://schemas.openxmlformats.org/drawingml/2006/main">
              <a:ext uri="{FF2B5EF4-FFF2-40B4-BE49-F238E27FC236}">
                <a16:creationId xmlns:a16="http://schemas.microsoft.com/office/drawing/2014/main" id="{AE54A942-EBBC-468A-8B9B-E7B12404A158}"/>
              </a:ext>
            </a:extLst>
          </p:cNvPr>
          <p:cNvSpPr>
            <a:spLocks xmlns:a="http://schemas.openxmlformats.org/drawingml/2006/main" noGrp="1"/>
          </p:cNvSpPr>
          <p:nvPr>
            <p:ph type="title" idx="0"/>
          </p:nvPr>
        </p:nvSpPr>
        <p:spPr>
          <a:xfrm xmlns:a="http://schemas.openxmlformats.org/drawingml/2006/main">
            <a:off x="359999" y="360000"/>
            <a:ext cx="9000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a:solidFill>
                  <a:srgbClr val="FFFFFF"/>
                </a:solidFill>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135" name="Google Shape;135;p26">
            <a:extLst xmlns:a="http://schemas.openxmlformats.org/drawingml/2006/main">
              <a:ext uri="{FF2B5EF4-FFF2-40B4-BE49-F238E27FC236}">
                <a16:creationId xmlns:a16="http://schemas.microsoft.com/office/drawing/2014/main" id="{5B05FD08-752F-4DEE-88D4-79578507CF80}"/>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136" name="Google Shape;136;p26">
            <a:extLst xmlns:a="http://schemas.openxmlformats.org/drawingml/2006/main">
              <a:ext uri="{FF2B5EF4-FFF2-40B4-BE49-F238E27FC236}">
                <a16:creationId xmlns:a16="http://schemas.microsoft.com/office/drawing/2014/main" id="{5068456F-9444-46E3-8390-054D0446F635}"/>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137" name="Google Shape;137;p26"/>
          <p:cNvPicPr>
            <a:picLocks xmlns:a="http://schemas.openxmlformats.org/drawingml/2006/main" noChangeAspect="1"/>
          </p:cNvPicPr>
          <p:nvPr/>
        </p:nvPicPr>
        <p:blipFill rotWithShape="1">
          <a:blip xmlns:r="http://schemas.openxmlformats.org/officeDocument/2006/relationships" xmlns:a="http://schemas.openxmlformats.org/drawingml/2006/main" r:embed="Rf1207461cfb44dec">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19.xml><?xml version="1.0" encoding="utf-8"?>
<p:sldLayout xmlns:p="http://schemas.openxmlformats.org/presentationml/2006/main" matchingName="Statement">
  <p:cSld name="Statement">
    <p:spTree>
      <p:nvGrpSpPr>
        <p:cNvPr id="1" name=""/>
        <p:cNvGrpSpPr/>
        <p:nvPr/>
      </p:nvGrpSpPr>
      <p:grpSpPr>
        <a:xfrm xmlns:a="http://schemas.openxmlformats.org/drawingml/2006/main"/>
      </p:grpSpPr>
      <p:sp>
        <p:nvSpPr>
          <p:cNvPr id="139" name="Google Shape;139;p27">
            <a:extLst xmlns:a="http://schemas.openxmlformats.org/drawingml/2006/main">
              <a:ext uri="{FF2B5EF4-FFF2-40B4-BE49-F238E27FC236}">
                <a16:creationId xmlns:a16="http://schemas.microsoft.com/office/drawing/2014/main" id="{EE0F8DEC-9119-4F33-A0EF-8042D706A2D0}"/>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66666"/>
              </a:lnSpc>
              <a:spcBef>
                <a:spcPts val="0"/>
              </a:spcBef>
              <a:spcAft>
                <a:spcPts val="0"/>
              </a:spcAft>
              <a:buNone/>
              <a:defRPr/>
            </a:lvl1pPr>
            <a:lvl2pPr algn="l">
              <a:lnSpc>
                <a:spcPct val="122222"/>
              </a:lnSpc>
              <a:spcBef>
                <a:spcPts val="2200"/>
              </a:spcBef>
              <a:spcAft>
                <a:spcPts val="0"/>
              </a:spcAft>
              <a:buNone/>
              <a:defRPr/>
            </a:lvl2pPr>
            <a:lvl3pPr algn="l">
              <a:lnSpc>
                <a:spcPct val="122222"/>
              </a:lnSpc>
              <a:spcBef>
                <a:spcPts val="2200"/>
              </a:spcBef>
              <a:spcAft>
                <a:spcPts val="0"/>
              </a:spcAft>
              <a:buNone/>
              <a:defRPr/>
            </a:lvl3pPr>
            <a:lvl4pPr algn="l">
              <a:lnSpc>
                <a:spcPct val="122222"/>
              </a:lnSpc>
              <a:spcBef>
                <a:spcPts val="2200"/>
              </a:spcBef>
              <a:spcAft>
                <a:spcPts val="0"/>
              </a:spcAft>
              <a:buNone/>
              <a:defRPr/>
            </a:lvl4pPr>
            <a:lvl5pPr algn="l">
              <a:lnSpc>
                <a:spcPct val="122222"/>
              </a:lnSpc>
              <a:spcBef>
                <a:spcPts val="2200"/>
              </a:spcBef>
              <a:spcAft>
                <a:spcPts val="0"/>
              </a:spcAft>
              <a:buNone/>
              <a:defRPr/>
            </a:lvl5pPr>
            <a:lvl6pPr algn="l">
              <a:lnSpc>
                <a:spcPct val="122222"/>
              </a:lnSpc>
              <a:spcBef>
                <a:spcPts val="2200"/>
              </a:spcBef>
              <a:spcAft>
                <a:spcPts val="0"/>
              </a:spcAft>
              <a:buNone/>
              <a:defRPr/>
            </a:lvl6pPr>
            <a:lvl7pPr algn="l">
              <a:lnSpc>
                <a:spcPct val="122222"/>
              </a:lnSpc>
              <a:spcBef>
                <a:spcPts val="2200"/>
              </a:spcBef>
              <a:spcAft>
                <a:spcPts val="0"/>
              </a:spcAft>
              <a:buNone/>
              <a:defRPr/>
            </a:lvl7pPr>
            <a:lvl8pPr algn="l">
              <a:lnSpc>
                <a:spcPct val="122222"/>
              </a:lnSpc>
              <a:spcBef>
                <a:spcPts val="2200"/>
              </a:spcBef>
              <a:spcAft>
                <a:spcPts val="0"/>
              </a:spcAft>
              <a:buNone/>
              <a:defRPr/>
            </a:lvl8pPr>
            <a:lvl9pPr algn="l">
              <a:lnSpc>
                <a:spcPct val="122222"/>
              </a:lnSpc>
              <a:spcBef>
                <a:spcPts val="2200"/>
              </a:spcBef>
              <a:spcAft>
                <a:spcPts val="0"/>
              </a:spcAft>
              <a:buNone/>
              <a:defRPr/>
            </a:lvl9pPr>
          </a:lstStyle>
          <a:p xmlns:a="http://schemas.openxmlformats.org/drawingml/2006/main"/>
        </p:txBody>
      </p:sp>
      <p:sp>
        <p:nvSpPr>
          <p:cNvPr id="140" name="Google Shape;140;p27">
            <a:extLst xmlns:a="http://schemas.openxmlformats.org/drawingml/2006/main">
              <a:ext uri="{FF2B5EF4-FFF2-40B4-BE49-F238E27FC236}">
                <a16:creationId xmlns:a16="http://schemas.microsoft.com/office/drawing/2014/main" id="{665EA89D-E7B7-4012-B5AD-DF259F5FFA77}"/>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a:lvl1pPr>
            <a:lvl2pPr marL="0" indent="0" algn="r">
              <a:lnSpc>
                <a:spcPct val="100000"/>
              </a:lnSpc>
              <a:spcBef>
                <a:spcPts val="0"/>
              </a:spcBef>
              <a:spcAft>
                <a:spcPts val="0"/>
              </a:spcAft>
              <a:buNone/>
              <a:defRPr/>
            </a:lvl2pPr>
            <a:lvl3pPr marL="0" indent="0" algn="r">
              <a:lnSpc>
                <a:spcPct val="100000"/>
              </a:lnSpc>
              <a:spcBef>
                <a:spcPts val="0"/>
              </a:spcBef>
              <a:spcAft>
                <a:spcPts val="0"/>
              </a:spcAft>
              <a:buNone/>
              <a:defRPr/>
            </a:lvl3pPr>
            <a:lvl4pPr marL="0" indent="0" algn="r">
              <a:lnSpc>
                <a:spcPct val="100000"/>
              </a:lnSpc>
              <a:spcBef>
                <a:spcPts val="0"/>
              </a:spcBef>
              <a:spcAft>
                <a:spcPts val="0"/>
              </a:spcAft>
              <a:buNone/>
              <a:defRPr/>
            </a:lvl4pPr>
            <a:lvl5pPr marL="0" indent="0" algn="r">
              <a:lnSpc>
                <a:spcPct val="100000"/>
              </a:lnSpc>
              <a:spcBef>
                <a:spcPts val="0"/>
              </a:spcBef>
              <a:spcAft>
                <a:spcPts val="0"/>
              </a:spcAft>
              <a:buNone/>
              <a:defRPr/>
            </a:lvl5pPr>
            <a:lvl6pPr marL="0" indent="0" algn="r">
              <a:lnSpc>
                <a:spcPct val="100000"/>
              </a:lnSpc>
              <a:spcBef>
                <a:spcPts val="0"/>
              </a:spcBef>
              <a:spcAft>
                <a:spcPts val="0"/>
              </a:spcAft>
              <a:buNone/>
              <a:defRPr/>
            </a:lvl6pPr>
            <a:lvl7pPr marL="0" indent="0" algn="r">
              <a:lnSpc>
                <a:spcPct val="100000"/>
              </a:lnSpc>
              <a:spcBef>
                <a:spcPts val="0"/>
              </a:spcBef>
              <a:spcAft>
                <a:spcPts val="0"/>
              </a:spcAft>
              <a:buNone/>
              <a:defRPr/>
            </a:lvl7pPr>
            <a:lvl8pPr marL="0" indent="0" algn="r">
              <a:lnSpc>
                <a:spcPct val="100000"/>
              </a:lnSpc>
              <a:spcBef>
                <a:spcPts val="0"/>
              </a:spcBef>
              <a:spcAft>
                <a:spcPts val="0"/>
              </a:spcAft>
              <a:buNone/>
              <a:defRPr/>
            </a:lvl8pPr>
            <a:lvl9pPr marL="0" indent="0" algn="r">
              <a:lnSpc>
                <a:spcPct val="100000"/>
              </a:lnSpc>
              <a:spcBef>
                <a:spcPts val="0"/>
              </a:spcBef>
              <a:spcAft>
                <a:spcPts val="0"/>
              </a:spcAft>
              <a:buNone/>
              <a:defRPr/>
            </a:lvl9pPr>
          </a:lstStyle>
          <a:p xmlns:a="http://schemas.openxmlformats.org/drawingml/2006/main">
            <a:pPr marL="0" indent="0" algn="r">
              <a:spcBef>
                <a:spcPts val="0"/>
              </a:spcBef>
              <a:spcAft>
                <a:spcPts val="0"/>
              </a:spcAft>
              <a:buNone/>
            </a:pPr>
            <a:fld id="{00000000-1234-1234-1234-123412341234}" type="slidenum">
              <a:t>‹#›</a:t>
            </a:fld>
          </a:p>
        </p:txBody>
      </p:sp>
      <p:sp>
        <p:nvSpPr>
          <p:cNvPr id="141" name="Google Shape;141;p27">
            <a:extLst xmlns:a="http://schemas.openxmlformats.org/drawingml/2006/main">
              <a:ext uri="{FF2B5EF4-FFF2-40B4-BE49-F238E27FC236}">
                <a16:creationId xmlns:a16="http://schemas.microsoft.com/office/drawing/2014/main" id="{A5B6DE6D-B689-4F63-9631-322DC63F9996}"/>
              </a:ext>
            </a:extLst>
          </p:cNvPr>
          <p:cNvSpPr>
            <a:spLocks xmlns:a="http://schemas.openxmlformats.org/drawingml/2006/main" noGrp="1"/>
          </p:cNvSpPr>
          <p:nvPr>
            <p:ph type="body" idx="1"/>
          </p:nvPr>
        </p:nvSpPr>
        <p:spPr>
          <a:xfrm xmlns:a="http://schemas.openxmlformats.org/drawingml/2006/main">
            <a:off x="360000" y="2610760"/>
            <a:ext cx="3478685" cy="2108201"/>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182875" tIns="182875" rIns="182875" bIns="182875" anchor="ctr">
            <a:normAutofit/>
          </a:bodyPr>
          <a:lstStyle xmlns:a="http://schemas.openxmlformats.org/drawingml/2006/main">
            <a:lvl1pPr marL="457200" indent="-228600" algn="ctr">
              <a:lnSpc>
                <a:spcPct val="100000"/>
              </a:lnSpc>
              <a:spcBef>
                <a:spcPts val="0"/>
              </a:spcBef>
              <a:spcAft>
                <a:spcPts val="0"/>
              </a:spcAft>
              <a:buNone/>
              <a:defRPr sz="2800" b="1" i="0" u="none" cap="none">
                <a:solidFill>
                  <a:schemeClr val="lt1"/>
                </a:solidFill>
                <a:latin typeface="Arial"/>
                <a:ea typeface="Arial"/>
                <a:cs typeface="Arial"/>
              </a:defRPr>
            </a:lvl1pPr>
            <a:lvl2pPr marL="914400" indent="-228600" algn="ctr">
              <a:lnSpc>
                <a:spcPct val="100000"/>
              </a:lnSpc>
              <a:spcBef>
                <a:spcPts val="0"/>
              </a:spcBef>
              <a:spcAft>
                <a:spcPts val="0"/>
              </a:spcAft>
              <a:buNone/>
              <a:defRPr sz="2800" b="1" i="0" u="none" cap="none">
                <a:solidFill>
                  <a:srgbClr val="B40000"/>
                </a:solidFill>
                <a:latin typeface="Arial"/>
                <a:ea typeface="Arial"/>
                <a:cs typeface="Arial"/>
              </a:defRPr>
            </a:lvl2pPr>
            <a:lvl3pPr marL="1371600" indent="-228600" algn="ctr">
              <a:lnSpc>
                <a:spcPct val="100000"/>
              </a:lnSpc>
              <a:spcBef>
                <a:spcPts val="0"/>
              </a:spcBef>
              <a:spcAft>
                <a:spcPts val="0"/>
              </a:spcAft>
              <a:buNone/>
              <a:defRPr sz="2800" b="1" i="0" u="none" cap="none">
                <a:solidFill>
                  <a:srgbClr val="B40000"/>
                </a:solidFill>
                <a:latin typeface="Arial"/>
                <a:ea typeface="Arial"/>
                <a:cs typeface="Arial"/>
              </a:defRPr>
            </a:lvl3pPr>
            <a:lvl4pPr marL="1828800" indent="-228600" algn="ctr">
              <a:lnSpc>
                <a:spcPct val="100000"/>
              </a:lnSpc>
              <a:spcBef>
                <a:spcPts val="0"/>
              </a:spcBef>
              <a:spcAft>
                <a:spcPts val="0"/>
              </a:spcAft>
              <a:buNone/>
              <a:defRPr sz="2800" b="1" i="0" u="none" cap="none">
                <a:solidFill>
                  <a:srgbClr val="B40000"/>
                </a:solidFill>
                <a:latin typeface="Arial"/>
                <a:ea typeface="Arial"/>
                <a:cs typeface="Arial"/>
              </a:defRPr>
            </a:lvl4pPr>
            <a:lvl5pPr marL="2286000" indent="-228600" algn="ctr">
              <a:lnSpc>
                <a:spcPct val="100000"/>
              </a:lnSpc>
              <a:spcBef>
                <a:spcPts val="0"/>
              </a:spcBef>
              <a:spcAft>
                <a:spcPts val="0"/>
              </a:spcAft>
              <a:buNone/>
              <a:defRPr sz="2800" b="1" i="0" u="none" cap="none">
                <a:solidFill>
                  <a:srgbClr val="B40000"/>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42" name="Google Shape;142;p27">
            <a:extLst xmlns:a="http://schemas.openxmlformats.org/drawingml/2006/main">
              <a:ext uri="{FF2B5EF4-FFF2-40B4-BE49-F238E27FC236}">
                <a16:creationId xmlns:a16="http://schemas.microsoft.com/office/drawing/2014/main" id="{7DCFD73E-52AB-46EC-AC07-4DA49DF9BBB0}"/>
              </a:ext>
            </a:extLst>
          </p:cNvPr>
          <p:cNvSpPr>
            <a:spLocks xmlns:a="http://schemas.openxmlformats.org/drawingml/2006/main" noGrp="1"/>
          </p:cNvSpPr>
          <p:nvPr>
            <p:ph type="body" idx="2"/>
          </p:nvPr>
        </p:nvSpPr>
        <p:spPr>
          <a:xfrm xmlns:a="http://schemas.openxmlformats.org/drawingml/2006/main">
            <a:off x="4308328" y="2610760"/>
            <a:ext cx="3478685" cy="2108201"/>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182875" tIns="182875" rIns="182875" bIns="182875" anchor="ctr">
            <a:normAutofit/>
          </a:bodyPr>
          <a:lstStyle xmlns:a="http://schemas.openxmlformats.org/drawingml/2006/main">
            <a:lvl1pPr marL="457200" indent="-228600" algn="ctr">
              <a:lnSpc>
                <a:spcPct val="100000"/>
              </a:lnSpc>
              <a:spcBef>
                <a:spcPts val="0"/>
              </a:spcBef>
              <a:spcAft>
                <a:spcPts val="0"/>
              </a:spcAft>
              <a:buNone/>
              <a:defRPr sz="2800" b="1" i="0" u="none" cap="none">
                <a:solidFill>
                  <a:schemeClr val="lt1"/>
                </a:solidFill>
                <a:latin typeface="Arial"/>
                <a:ea typeface="Arial"/>
                <a:cs typeface="Arial"/>
              </a:defRPr>
            </a:lvl1pPr>
            <a:lvl2pPr marL="914400" indent="-228600" algn="ctr">
              <a:lnSpc>
                <a:spcPct val="100000"/>
              </a:lnSpc>
              <a:spcBef>
                <a:spcPts val="0"/>
              </a:spcBef>
              <a:spcAft>
                <a:spcPts val="0"/>
              </a:spcAft>
              <a:buNone/>
              <a:defRPr sz="2800" b="1" i="0" u="none" cap="none">
                <a:solidFill>
                  <a:srgbClr val="B40000"/>
                </a:solidFill>
                <a:latin typeface="Arial"/>
                <a:ea typeface="Arial"/>
                <a:cs typeface="Arial"/>
              </a:defRPr>
            </a:lvl2pPr>
            <a:lvl3pPr marL="1371600" indent="-228600" algn="ctr">
              <a:lnSpc>
                <a:spcPct val="100000"/>
              </a:lnSpc>
              <a:spcBef>
                <a:spcPts val="0"/>
              </a:spcBef>
              <a:spcAft>
                <a:spcPts val="0"/>
              </a:spcAft>
              <a:buNone/>
              <a:defRPr sz="2800" b="1" i="0" u="none" cap="none">
                <a:solidFill>
                  <a:srgbClr val="B40000"/>
                </a:solidFill>
                <a:latin typeface="Arial"/>
                <a:ea typeface="Arial"/>
                <a:cs typeface="Arial"/>
              </a:defRPr>
            </a:lvl3pPr>
            <a:lvl4pPr marL="1828800" indent="-228600" algn="ctr">
              <a:lnSpc>
                <a:spcPct val="100000"/>
              </a:lnSpc>
              <a:spcBef>
                <a:spcPts val="0"/>
              </a:spcBef>
              <a:spcAft>
                <a:spcPts val="0"/>
              </a:spcAft>
              <a:buNone/>
              <a:defRPr sz="2800" b="1" i="0" u="none" cap="none">
                <a:solidFill>
                  <a:srgbClr val="B40000"/>
                </a:solidFill>
                <a:latin typeface="Arial"/>
                <a:ea typeface="Arial"/>
                <a:cs typeface="Arial"/>
              </a:defRPr>
            </a:lvl4pPr>
            <a:lvl5pPr marL="2286000" indent="-228600" algn="ctr">
              <a:lnSpc>
                <a:spcPct val="100000"/>
              </a:lnSpc>
              <a:spcBef>
                <a:spcPts val="0"/>
              </a:spcBef>
              <a:spcAft>
                <a:spcPts val="0"/>
              </a:spcAft>
              <a:buNone/>
              <a:defRPr sz="2800" b="1" i="0" u="none" cap="none">
                <a:solidFill>
                  <a:srgbClr val="B40000"/>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43" name="Google Shape;143;p27">
            <a:extLst xmlns:a="http://schemas.openxmlformats.org/drawingml/2006/main">
              <a:ext uri="{FF2B5EF4-FFF2-40B4-BE49-F238E27FC236}">
                <a16:creationId xmlns:a16="http://schemas.microsoft.com/office/drawing/2014/main" id="{A2B57EF0-9FEA-48AA-9258-CEEC7AAE4019}"/>
              </a:ext>
            </a:extLst>
          </p:cNvPr>
          <p:cNvSpPr>
            <a:spLocks xmlns:a="http://schemas.openxmlformats.org/drawingml/2006/main" noGrp="1"/>
          </p:cNvSpPr>
          <p:nvPr>
            <p:ph type="body" idx="3"/>
          </p:nvPr>
        </p:nvSpPr>
        <p:spPr>
          <a:xfrm xmlns:a="http://schemas.openxmlformats.org/drawingml/2006/main">
            <a:off x="8256655" y="2610760"/>
            <a:ext cx="3478685" cy="21082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182875" tIns="182875" rIns="182875" bIns="182875" anchor="ctr">
            <a:normAutofit/>
          </a:bodyPr>
          <a:lstStyle xmlns:a="http://schemas.openxmlformats.org/drawingml/2006/main">
            <a:lvl1pPr marL="457200" indent="-228600" algn="ctr">
              <a:lnSpc>
                <a:spcPct val="100000"/>
              </a:lnSpc>
              <a:spcBef>
                <a:spcPts val="0"/>
              </a:spcBef>
              <a:spcAft>
                <a:spcPts val="0"/>
              </a:spcAft>
              <a:buNone/>
              <a:defRPr sz="2800" b="1" i="0" u="none" cap="none">
                <a:solidFill>
                  <a:schemeClr val="lt1"/>
                </a:solidFill>
                <a:latin typeface="Arial"/>
                <a:ea typeface="Arial"/>
                <a:cs typeface="Arial"/>
              </a:defRPr>
            </a:lvl1pPr>
            <a:lvl2pPr marL="914400" indent="-228600" algn="ctr">
              <a:lnSpc>
                <a:spcPct val="100000"/>
              </a:lnSpc>
              <a:spcBef>
                <a:spcPts val="0"/>
              </a:spcBef>
              <a:spcAft>
                <a:spcPts val="0"/>
              </a:spcAft>
              <a:buNone/>
              <a:defRPr sz="2800" b="1" i="0" u="none" cap="none">
                <a:solidFill>
                  <a:srgbClr val="B40000"/>
                </a:solidFill>
                <a:latin typeface="Arial"/>
                <a:ea typeface="Arial"/>
                <a:cs typeface="Arial"/>
              </a:defRPr>
            </a:lvl2pPr>
            <a:lvl3pPr marL="1371600" indent="-228600" algn="ctr">
              <a:lnSpc>
                <a:spcPct val="100000"/>
              </a:lnSpc>
              <a:spcBef>
                <a:spcPts val="0"/>
              </a:spcBef>
              <a:spcAft>
                <a:spcPts val="0"/>
              </a:spcAft>
              <a:buNone/>
              <a:defRPr sz="2800" b="1" i="0" u="none" cap="none">
                <a:solidFill>
                  <a:srgbClr val="B40000"/>
                </a:solidFill>
                <a:latin typeface="Arial"/>
                <a:ea typeface="Arial"/>
                <a:cs typeface="Arial"/>
              </a:defRPr>
            </a:lvl3pPr>
            <a:lvl4pPr marL="1828800" indent="-228600" algn="ctr">
              <a:lnSpc>
                <a:spcPct val="100000"/>
              </a:lnSpc>
              <a:spcBef>
                <a:spcPts val="0"/>
              </a:spcBef>
              <a:spcAft>
                <a:spcPts val="0"/>
              </a:spcAft>
              <a:buNone/>
              <a:defRPr sz="2800" b="1" i="0" u="none" cap="none">
                <a:solidFill>
                  <a:srgbClr val="B40000"/>
                </a:solidFill>
                <a:latin typeface="Arial"/>
                <a:ea typeface="Arial"/>
                <a:cs typeface="Arial"/>
              </a:defRPr>
            </a:lvl4pPr>
            <a:lvl5pPr marL="2286000" indent="-228600" algn="ctr">
              <a:lnSpc>
                <a:spcPct val="100000"/>
              </a:lnSpc>
              <a:spcBef>
                <a:spcPts val="0"/>
              </a:spcBef>
              <a:spcAft>
                <a:spcPts val="0"/>
              </a:spcAft>
              <a:buNone/>
              <a:defRPr sz="2800" b="1" i="0" u="none" cap="none">
                <a:solidFill>
                  <a:srgbClr val="B40000"/>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Tree>
  </p:cSld>
</p:sldLayout>
</file>

<file path=ppt/slideLayouts/slideLayout20.xml><?xml version="1.0" encoding="utf-8"?>
<p:sldLayout xmlns:p="http://schemas.openxmlformats.org/presentationml/2006/main" showMasterSp="0" matchingName="Slide with logo Dark">
  <p:cSld name="Slide with logo Dark">
    <p:bg>
      <p:bgPr>
        <a:solidFill xmlns:a="http://schemas.openxmlformats.org/drawingml/2006/main">
          <a:schemeClr val="accent2"/>
        </a:solidFill>
      </p:bgPr>
    </p:bg>
    <p:spTree>
      <p:nvGrpSpPr>
        <p:cNvPr id="1" name=""/>
        <p:cNvGrpSpPr/>
        <p:nvPr/>
      </p:nvGrpSpPr>
      <p:grpSpPr>
        <a:xfrm xmlns:a="http://schemas.openxmlformats.org/drawingml/2006/main"/>
      </p:grpSpPr>
      <p:sp>
        <p:nvSpPr>
          <p:cNvPr id="145" name="Google Shape;145;p28">
            <a:extLst xmlns:a="http://schemas.openxmlformats.org/drawingml/2006/main">
              <a:ext uri="{FF2B5EF4-FFF2-40B4-BE49-F238E27FC236}">
                <a16:creationId xmlns:a16="http://schemas.microsoft.com/office/drawing/2014/main" id="{5782BCD7-BDEE-4CC9-AAFF-34F91BF011C4}"/>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146" name="Google Shape;146;p28">
            <a:extLst xmlns:a="http://schemas.openxmlformats.org/drawingml/2006/main">
              <a:ext uri="{FF2B5EF4-FFF2-40B4-BE49-F238E27FC236}">
                <a16:creationId xmlns:a16="http://schemas.microsoft.com/office/drawing/2014/main" id="{8C23D899-1740-4AE6-9090-0C2FF5848FDC}"/>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147" name="Google Shape;147;p28"/>
          <p:cNvPicPr>
            <a:picLocks xmlns:a="http://schemas.openxmlformats.org/drawingml/2006/main" noChangeAspect="1"/>
          </p:cNvPicPr>
          <p:nvPr/>
        </p:nvPicPr>
        <p:blipFill rotWithShape="1">
          <a:blip xmlns:r="http://schemas.openxmlformats.org/officeDocument/2006/relationships" xmlns:a="http://schemas.openxmlformats.org/drawingml/2006/main" r:embed="R4aed07ca7c8c4575">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21.xml><?xml version="1.0" encoding="utf-8"?>
<p:sldLayout xmlns:p="http://schemas.openxmlformats.org/presentationml/2006/main" showMasterSp="0" matchingName="1_Slide with logo Teal">
  <p:cSld name="1_Slide with logo Teal">
    <p:bg>
      <p:bgPr>
        <a:solidFill xmlns:a="http://schemas.openxmlformats.org/drawingml/2006/main">
          <a:schemeClr val="accent4"/>
        </a:solidFill>
      </p:bgPr>
    </p:bg>
    <p:spTree>
      <p:nvGrpSpPr>
        <p:cNvPr id="1" name=""/>
        <p:cNvGrpSpPr/>
        <p:nvPr/>
      </p:nvGrpSpPr>
      <p:grpSpPr>
        <a:xfrm xmlns:a="http://schemas.openxmlformats.org/drawingml/2006/main"/>
      </p:grpSpPr>
      <p:sp>
        <p:nvSpPr>
          <p:cNvPr id="149" name="Google Shape;149;p29">
            <a:extLst xmlns:a="http://schemas.openxmlformats.org/drawingml/2006/main">
              <a:ext uri="{FF2B5EF4-FFF2-40B4-BE49-F238E27FC236}">
                <a16:creationId xmlns:a16="http://schemas.microsoft.com/office/drawing/2014/main" id="{7A2DDE4F-C902-4806-B70E-FD70CC410B44}"/>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lt1"/>
                </a:solidFill>
                <a:latin typeface="Arial"/>
                <a:ea typeface="Arial"/>
                <a:cs typeface="Arial"/>
              </a:defRPr>
            </a:lvl1pPr>
            <a:lvl2pPr marL="0" indent="0" algn="r">
              <a:lnSpc>
                <a:spcPct val="100000"/>
              </a:lnSpc>
              <a:spcBef>
                <a:spcPts val="0"/>
              </a:spcBef>
              <a:spcAft>
                <a:spcPts val="0"/>
              </a:spcAft>
              <a:buNone/>
              <a:defRPr sz="1000" b="0" i="0" u="none" cap="none">
                <a:solidFill>
                  <a:schemeClr val="lt1"/>
                </a:solidFill>
                <a:latin typeface="Arial"/>
                <a:ea typeface="Arial"/>
                <a:cs typeface="Arial"/>
              </a:defRPr>
            </a:lvl2pPr>
            <a:lvl3pPr marL="0" indent="0" algn="r">
              <a:lnSpc>
                <a:spcPct val="100000"/>
              </a:lnSpc>
              <a:spcBef>
                <a:spcPts val="0"/>
              </a:spcBef>
              <a:spcAft>
                <a:spcPts val="0"/>
              </a:spcAft>
              <a:buNone/>
              <a:defRPr sz="1000" b="0" i="0" u="none" cap="none">
                <a:solidFill>
                  <a:schemeClr val="lt1"/>
                </a:solidFill>
                <a:latin typeface="Arial"/>
                <a:ea typeface="Arial"/>
                <a:cs typeface="Arial"/>
              </a:defRPr>
            </a:lvl3pPr>
            <a:lvl4pPr marL="0" indent="0" algn="r">
              <a:lnSpc>
                <a:spcPct val="100000"/>
              </a:lnSpc>
              <a:spcBef>
                <a:spcPts val="0"/>
              </a:spcBef>
              <a:spcAft>
                <a:spcPts val="0"/>
              </a:spcAft>
              <a:buNone/>
              <a:defRPr sz="1000" b="0" i="0" u="none" cap="none">
                <a:solidFill>
                  <a:schemeClr val="lt1"/>
                </a:solidFill>
                <a:latin typeface="Arial"/>
                <a:ea typeface="Arial"/>
                <a:cs typeface="Arial"/>
              </a:defRPr>
            </a:lvl4pPr>
            <a:lvl5pPr marL="0" indent="0" algn="r">
              <a:lnSpc>
                <a:spcPct val="100000"/>
              </a:lnSpc>
              <a:spcBef>
                <a:spcPts val="0"/>
              </a:spcBef>
              <a:spcAft>
                <a:spcPts val="0"/>
              </a:spcAft>
              <a:buNone/>
              <a:defRPr sz="1000" b="0" i="0" u="none" cap="none">
                <a:solidFill>
                  <a:schemeClr val="lt1"/>
                </a:solidFill>
                <a:latin typeface="Arial"/>
                <a:ea typeface="Arial"/>
                <a:cs typeface="Arial"/>
              </a:defRPr>
            </a:lvl5pPr>
            <a:lvl6pPr marL="0" indent="0" algn="r">
              <a:lnSpc>
                <a:spcPct val="100000"/>
              </a:lnSpc>
              <a:spcBef>
                <a:spcPts val="0"/>
              </a:spcBef>
              <a:spcAft>
                <a:spcPts val="0"/>
              </a:spcAft>
              <a:buNone/>
              <a:defRPr sz="1000" b="0" i="0" u="none" cap="none">
                <a:solidFill>
                  <a:schemeClr val="lt1"/>
                </a:solidFill>
                <a:latin typeface="Arial"/>
                <a:ea typeface="Arial"/>
                <a:cs typeface="Arial"/>
              </a:defRPr>
            </a:lvl6pPr>
            <a:lvl7pPr marL="0" indent="0" algn="r">
              <a:lnSpc>
                <a:spcPct val="100000"/>
              </a:lnSpc>
              <a:spcBef>
                <a:spcPts val="0"/>
              </a:spcBef>
              <a:spcAft>
                <a:spcPts val="0"/>
              </a:spcAft>
              <a:buNone/>
              <a:defRPr sz="1000" b="0" i="0" u="none" cap="none">
                <a:solidFill>
                  <a:schemeClr val="lt1"/>
                </a:solidFill>
                <a:latin typeface="Arial"/>
                <a:ea typeface="Arial"/>
                <a:cs typeface="Arial"/>
              </a:defRPr>
            </a:lvl7pPr>
            <a:lvl8pPr marL="0" indent="0" algn="r">
              <a:lnSpc>
                <a:spcPct val="100000"/>
              </a:lnSpc>
              <a:spcBef>
                <a:spcPts val="0"/>
              </a:spcBef>
              <a:spcAft>
                <a:spcPts val="0"/>
              </a:spcAft>
              <a:buNone/>
              <a:defRPr sz="1000" b="0" i="0" u="none" cap="none">
                <a:solidFill>
                  <a:schemeClr val="lt1"/>
                </a:solidFill>
                <a:latin typeface="Arial"/>
                <a:ea typeface="Arial"/>
                <a:cs typeface="Arial"/>
              </a:defRPr>
            </a:lvl8pPr>
            <a:lvl9pPr marL="0" indent="0" algn="r">
              <a:lnSpc>
                <a:spcPct val="100000"/>
              </a:lnSpc>
              <a:spcBef>
                <a:spcPts val="0"/>
              </a:spcBef>
              <a:spcAft>
                <a:spcPts val="0"/>
              </a:spcAft>
              <a:buNone/>
              <a:defRPr sz="1000" b="0" i="0" u="none" cap="none">
                <a:solidFill>
                  <a:schemeClr val="lt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150" name="Google Shape;150;p29">
            <a:extLst xmlns:a="http://schemas.openxmlformats.org/drawingml/2006/main">
              <a:ext uri="{FF2B5EF4-FFF2-40B4-BE49-F238E27FC236}">
                <a16:creationId xmlns:a16="http://schemas.microsoft.com/office/drawing/2014/main" id="{DB10313A-2C17-4C8B-83D2-3B88A67CC44F}"/>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151" name="Google Shape;151;p29"/>
          <p:cNvPicPr>
            <a:picLocks xmlns:a="http://schemas.openxmlformats.org/drawingml/2006/main" noChangeAspect="1"/>
          </p:cNvPicPr>
          <p:nvPr/>
        </p:nvPicPr>
        <p:blipFill rotWithShape="1">
          <a:blip xmlns:r="http://schemas.openxmlformats.org/officeDocument/2006/relationships" xmlns:a="http://schemas.openxmlformats.org/drawingml/2006/main" r:embed="Ra7516fc1abba4cbe">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Layouts/slideLayout22.xml><?xml version="1.0" encoding="utf-8"?>
<p:sldLayout xmlns:p="http://schemas.openxmlformats.org/presentationml/2006/main" showMasterSp="0" matchingName="Thank You Slide">
  <p:cSld name="Thank You Slid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53" name="Google Shape;153;p30">
            <a:extLst xmlns:a="http://schemas.openxmlformats.org/drawingml/2006/main">
              <a:ext uri="{FF2B5EF4-FFF2-40B4-BE49-F238E27FC236}">
                <a16:creationId xmlns:a16="http://schemas.microsoft.com/office/drawing/2014/main" id="{6DB8B3C6-9037-40A8-9C61-E06E8D7C9FB0}"/>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noFill xmlns:a="http://schemas.openxmlformats.org/drawingml/2006/main"/>
          <a:ln xmlns:a="http://schemas.openxmlformats.org/drawingml/2006/main" w="9525" cmpd="sng">
            <a:solidFill>
              <a:schemeClr val="lt1"/>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pic>
        <p:nvPicPr>
          <p:cNvPr id="154" name="Google Shape;154;p30"/>
          <p:cNvPicPr>
            <a:picLocks xmlns:a="http://schemas.openxmlformats.org/drawingml/2006/main" noChangeAspect="1"/>
          </p:cNvPicPr>
          <p:nvPr/>
        </p:nvPicPr>
        <p:blipFill rotWithShape="1">
          <a:blip xmlns:r="http://schemas.openxmlformats.org/officeDocument/2006/relationships" xmlns:a="http://schemas.openxmlformats.org/drawingml/2006/main" r:embed="Ra9f8e71a7f3349cf">
            <a:alphaModFix/>
          </a:blip>
          <a:srcRect xmlns:a="http://schemas.openxmlformats.org/drawingml/2006/main" l="0" t="0" r="0" b="0"/>
          <a:stretch xmlns:a="http://schemas.openxmlformats.org/drawingml/2006/main"/>
        </p:blipFill>
        <p:spPr>
          <a:xfrm xmlns:a="http://schemas.openxmlformats.org/drawingml/2006/main">
            <a:off x="600348" y="393566"/>
            <a:ext cx="6557644" cy="3556001"/>
          </a:xfrm>
          <a:prstGeom xmlns:a="http://schemas.openxmlformats.org/drawingml/2006/main" prst="rect">
            <a:avLst/>
          </a:prstGeom>
          <a:ln xmlns:a="http://schemas.openxmlformats.org/drawingml/2006/main">
            <a:noFill/>
          </a:ln>
        </p:spPr>
      </p:pic>
      <p:sp>
        <p:nvSpPr>
          <p:cNvPr id="155" name="Google Shape;155;p30">
            <a:extLst xmlns:a="http://schemas.openxmlformats.org/drawingml/2006/main">
              <a:ext uri="{FF2B5EF4-FFF2-40B4-BE49-F238E27FC236}">
                <a16:creationId xmlns:a16="http://schemas.microsoft.com/office/drawing/2014/main" id="{AF7A6083-A349-480B-AAC1-407826DE34A9}"/>
              </a:ext>
            </a:extLst>
          </p:cNvPr>
          <p:cNvSpPr>
            <a:spLocks xmlns:a="http://schemas.openxmlformats.org/drawingml/2006/main" noGrp="1"/>
          </p:cNvSpPr>
          <p:nvPr>
            <p:ph type="body" idx="1"/>
          </p:nvPr>
        </p:nvSpPr>
        <p:spPr>
          <a:xfrm xmlns:a="http://schemas.openxmlformats.org/drawingml/2006/main">
            <a:off x="617538" y="4291334"/>
            <a:ext cx="23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600" b="1" i="0" u="none" cap="none">
                <a:solidFill>
                  <a:srgbClr val="FFFFFF"/>
                </a:solidFill>
                <a:latin typeface="Arial"/>
                <a:ea typeface="Arial"/>
                <a:cs typeface="Arial"/>
              </a:defRPr>
            </a:lvl1pPr>
            <a:lvl2pPr marL="914400" indent="-228600" algn="l">
              <a:lnSpc>
                <a:spcPct val="100000"/>
              </a:lnSpc>
              <a:spcBef>
                <a:spcPts val="1000"/>
              </a:spcBef>
              <a:spcAft>
                <a:spcPts val="0"/>
              </a:spcAft>
              <a:buNone/>
              <a:defRPr sz="1200" b="0" i="0" u="none" cap="none">
                <a:solidFill>
                  <a:srgbClr val="FFFFFF"/>
                </a:solidFill>
                <a:latin typeface="Arial"/>
                <a:ea typeface="Arial"/>
                <a:cs typeface="Arial"/>
              </a:defRPr>
            </a:lvl2pPr>
            <a:lvl3pPr marL="1371600" indent="-228600" algn="l">
              <a:lnSpc>
                <a:spcPct val="100000"/>
              </a:lnSpc>
              <a:spcBef>
                <a:spcPts val="0"/>
              </a:spcBef>
              <a:spcAft>
                <a:spcPts val="0"/>
              </a:spcAft>
              <a:buNone/>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56" name="Google Shape;156;p30">
            <a:extLst xmlns:a="http://schemas.openxmlformats.org/drawingml/2006/main">
              <a:ext uri="{FF2B5EF4-FFF2-40B4-BE49-F238E27FC236}">
                <a16:creationId xmlns:a16="http://schemas.microsoft.com/office/drawing/2014/main" id="{2044163C-6C69-4090-AEC9-38CDC9FA3E89}"/>
              </a:ext>
            </a:extLst>
          </p:cNvPr>
          <p:cNvSpPr>
            <a:spLocks xmlns:a="http://schemas.openxmlformats.org/drawingml/2006/main" noGrp="1"/>
          </p:cNvSpPr>
          <p:nvPr>
            <p:ph type="body" idx="2"/>
          </p:nvPr>
        </p:nvSpPr>
        <p:spPr>
          <a:xfrm xmlns:a="http://schemas.openxmlformats.org/drawingml/2006/main">
            <a:off x="3473690" y="4291334"/>
            <a:ext cx="23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600" b="1" i="0" u="none" cap="none">
                <a:solidFill>
                  <a:srgbClr val="FFFFFF"/>
                </a:solidFill>
                <a:latin typeface="Arial"/>
                <a:ea typeface="Arial"/>
                <a:cs typeface="Arial"/>
              </a:defRPr>
            </a:lvl1pPr>
            <a:lvl2pPr marL="914400" indent="-228600" algn="l">
              <a:lnSpc>
                <a:spcPct val="100000"/>
              </a:lnSpc>
              <a:spcBef>
                <a:spcPts val="1000"/>
              </a:spcBef>
              <a:spcAft>
                <a:spcPts val="0"/>
              </a:spcAft>
              <a:buNone/>
              <a:defRPr sz="1200" b="0" i="0" u="none" cap="none">
                <a:solidFill>
                  <a:srgbClr val="FFFFFF"/>
                </a:solidFill>
                <a:latin typeface="Arial"/>
                <a:ea typeface="Arial"/>
                <a:cs typeface="Arial"/>
              </a:defRPr>
            </a:lvl2pPr>
            <a:lvl3pPr marL="1371600" indent="-228600" algn="l">
              <a:lnSpc>
                <a:spcPct val="100000"/>
              </a:lnSpc>
              <a:spcBef>
                <a:spcPts val="0"/>
              </a:spcBef>
              <a:spcAft>
                <a:spcPts val="0"/>
              </a:spcAft>
              <a:buNone/>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57" name="Google Shape;157;p30">
            <a:extLst xmlns:a="http://schemas.openxmlformats.org/drawingml/2006/main">
              <a:ext uri="{FF2B5EF4-FFF2-40B4-BE49-F238E27FC236}">
                <a16:creationId xmlns:a16="http://schemas.microsoft.com/office/drawing/2014/main" id="{B1497102-132A-4586-9B6A-A34FC03FC801}"/>
              </a:ext>
            </a:extLst>
          </p:cNvPr>
          <p:cNvSpPr>
            <a:spLocks xmlns:a="http://schemas.openxmlformats.org/drawingml/2006/main" noGrp="1"/>
          </p:cNvSpPr>
          <p:nvPr>
            <p:ph type="body" idx="3"/>
          </p:nvPr>
        </p:nvSpPr>
        <p:spPr>
          <a:xfrm xmlns:a="http://schemas.openxmlformats.org/drawingml/2006/main">
            <a:off x="6329842" y="4291334"/>
            <a:ext cx="23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600" b="1" i="0" u="none" cap="none">
                <a:solidFill>
                  <a:srgbClr val="FFFFFF"/>
                </a:solidFill>
                <a:latin typeface="Arial"/>
                <a:ea typeface="Arial"/>
                <a:cs typeface="Arial"/>
              </a:defRPr>
            </a:lvl1pPr>
            <a:lvl2pPr marL="914400" indent="-228600" algn="l">
              <a:lnSpc>
                <a:spcPct val="100000"/>
              </a:lnSpc>
              <a:spcBef>
                <a:spcPts val="1000"/>
              </a:spcBef>
              <a:spcAft>
                <a:spcPts val="0"/>
              </a:spcAft>
              <a:buNone/>
              <a:defRPr sz="1200" b="0" i="0" u="none" cap="none">
                <a:solidFill>
                  <a:srgbClr val="FFFFFF"/>
                </a:solidFill>
                <a:latin typeface="Arial"/>
                <a:ea typeface="Arial"/>
                <a:cs typeface="Arial"/>
              </a:defRPr>
            </a:lvl2pPr>
            <a:lvl3pPr marL="1371600" indent="-228600" algn="l">
              <a:lnSpc>
                <a:spcPct val="100000"/>
              </a:lnSpc>
              <a:spcBef>
                <a:spcPts val="0"/>
              </a:spcBef>
              <a:spcAft>
                <a:spcPts val="0"/>
              </a:spcAft>
              <a:buNone/>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58" name="Google Shape;158;p30">
            <a:extLst xmlns:a="http://schemas.openxmlformats.org/drawingml/2006/main">
              <a:ext uri="{FF2B5EF4-FFF2-40B4-BE49-F238E27FC236}">
                <a16:creationId xmlns:a16="http://schemas.microsoft.com/office/drawing/2014/main" id="{6AF2911C-A889-4DF0-9C6A-70EBC2F0F39A}"/>
              </a:ext>
            </a:extLst>
          </p:cNvPr>
          <p:cNvSpPr>
            <a:spLocks xmlns:a="http://schemas.openxmlformats.org/drawingml/2006/main" noGrp="1"/>
          </p:cNvSpPr>
          <p:nvPr>
            <p:ph type="body" idx="4"/>
          </p:nvPr>
        </p:nvSpPr>
        <p:spPr>
          <a:xfrm xmlns:a="http://schemas.openxmlformats.org/drawingml/2006/main">
            <a:off x="9185994" y="4291334"/>
            <a:ext cx="23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600" b="1" i="0" u="none" cap="none">
                <a:solidFill>
                  <a:srgbClr val="FFFFFF"/>
                </a:solidFill>
                <a:latin typeface="Arial"/>
                <a:ea typeface="Arial"/>
                <a:cs typeface="Arial"/>
              </a:defRPr>
            </a:lvl1pPr>
            <a:lvl2pPr marL="914400" indent="-228600" algn="l">
              <a:lnSpc>
                <a:spcPct val="100000"/>
              </a:lnSpc>
              <a:spcBef>
                <a:spcPts val="1000"/>
              </a:spcBef>
              <a:spcAft>
                <a:spcPts val="0"/>
              </a:spcAft>
              <a:buNone/>
              <a:defRPr sz="1200" b="0" i="0" u="none" cap="none">
                <a:solidFill>
                  <a:srgbClr val="FFFFFF"/>
                </a:solidFill>
                <a:latin typeface="Arial"/>
                <a:ea typeface="Arial"/>
                <a:cs typeface="Arial"/>
              </a:defRPr>
            </a:lvl2pPr>
            <a:lvl3pPr marL="1371600" indent="-228600" algn="l">
              <a:lnSpc>
                <a:spcPct val="100000"/>
              </a:lnSpc>
              <a:spcBef>
                <a:spcPts val="0"/>
              </a:spcBef>
              <a:spcAft>
                <a:spcPts val="0"/>
              </a:spcAft>
              <a:buNone/>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59" name="Google Shape;159;p30">
            <a:extLst xmlns:a="http://schemas.openxmlformats.org/drawingml/2006/main">
              <a:ext uri="{FF2B5EF4-FFF2-40B4-BE49-F238E27FC236}">
                <a16:creationId xmlns:a16="http://schemas.microsoft.com/office/drawing/2014/main" id="{6DB67868-BA64-4F5A-8D99-6DD77BC8C0C2}"/>
              </a:ext>
            </a:extLst>
          </p:cNvPr>
          <p:cNvSpPr>
            <a:spLocks xmlns:a="http://schemas.openxmlformats.org/drawingml/2006/main" noGrp="1"/>
          </p:cNvSpPr>
          <p:nvPr>
            <p:ph type="body" idx="5"/>
          </p:nvPr>
        </p:nvSpPr>
        <p:spPr>
          <a:xfrm xmlns:a="http://schemas.openxmlformats.org/drawingml/2006/main">
            <a:off x="617538" y="4725144"/>
            <a:ext cx="23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200" b="0" i="0" u="none" cap="none">
                <a:solidFill>
                  <a:srgbClr val="FFFFFF"/>
                </a:solidFill>
                <a:latin typeface="Arial"/>
                <a:ea typeface="Arial"/>
                <a:cs typeface="Arial"/>
              </a:defRPr>
            </a:lvl1pPr>
            <a:lvl2pPr marL="914400" indent="-228600" algn="l">
              <a:lnSpc>
                <a:spcPct val="100000"/>
              </a:lnSpc>
              <a:spcBef>
                <a:spcPts val="1000"/>
              </a:spcBef>
              <a:spcAft>
                <a:spcPts val="0"/>
              </a:spcAft>
              <a:buNone/>
              <a:defRPr sz="1200" b="0" i="0" u="none" cap="none">
                <a:solidFill>
                  <a:srgbClr val="FFFFFF"/>
                </a:solidFill>
                <a:latin typeface="Arial"/>
                <a:ea typeface="Arial"/>
                <a:cs typeface="Arial"/>
              </a:defRPr>
            </a:lvl2pPr>
            <a:lvl3pPr marL="1371600" indent="-228600" algn="l">
              <a:lnSpc>
                <a:spcPct val="100000"/>
              </a:lnSpc>
              <a:spcBef>
                <a:spcPts val="0"/>
              </a:spcBef>
              <a:spcAft>
                <a:spcPts val="0"/>
              </a:spcAft>
              <a:buNone/>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60" name="Google Shape;160;p30">
            <a:extLst xmlns:a="http://schemas.openxmlformats.org/drawingml/2006/main">
              <a:ext uri="{FF2B5EF4-FFF2-40B4-BE49-F238E27FC236}">
                <a16:creationId xmlns:a16="http://schemas.microsoft.com/office/drawing/2014/main" id="{3E4C5215-818B-4FE2-BC2C-F5BA0BB24B42}"/>
              </a:ext>
            </a:extLst>
          </p:cNvPr>
          <p:cNvSpPr>
            <a:spLocks xmlns:a="http://schemas.openxmlformats.org/drawingml/2006/main" noGrp="1"/>
          </p:cNvSpPr>
          <p:nvPr>
            <p:ph type="body" idx="6"/>
          </p:nvPr>
        </p:nvSpPr>
        <p:spPr>
          <a:xfrm xmlns:a="http://schemas.openxmlformats.org/drawingml/2006/main">
            <a:off x="3473690" y="4725144"/>
            <a:ext cx="23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200" b="0" i="0" u="none" cap="none">
                <a:solidFill>
                  <a:srgbClr val="FFFFFF"/>
                </a:solidFill>
                <a:latin typeface="Arial"/>
                <a:ea typeface="Arial"/>
                <a:cs typeface="Arial"/>
              </a:defRPr>
            </a:lvl1pPr>
            <a:lvl2pPr marL="914400" indent="-228600" algn="l">
              <a:lnSpc>
                <a:spcPct val="100000"/>
              </a:lnSpc>
              <a:spcBef>
                <a:spcPts val="1000"/>
              </a:spcBef>
              <a:spcAft>
                <a:spcPts val="0"/>
              </a:spcAft>
              <a:buNone/>
              <a:defRPr sz="1200" b="0" i="0" u="none" cap="none">
                <a:solidFill>
                  <a:srgbClr val="FFFFFF"/>
                </a:solidFill>
                <a:latin typeface="Arial"/>
                <a:ea typeface="Arial"/>
                <a:cs typeface="Arial"/>
              </a:defRPr>
            </a:lvl2pPr>
            <a:lvl3pPr marL="1371600" indent="-228600" algn="l">
              <a:lnSpc>
                <a:spcPct val="100000"/>
              </a:lnSpc>
              <a:spcBef>
                <a:spcPts val="0"/>
              </a:spcBef>
              <a:spcAft>
                <a:spcPts val="0"/>
              </a:spcAft>
              <a:buNone/>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61" name="Google Shape;161;p30">
            <a:extLst xmlns:a="http://schemas.openxmlformats.org/drawingml/2006/main">
              <a:ext uri="{FF2B5EF4-FFF2-40B4-BE49-F238E27FC236}">
                <a16:creationId xmlns:a16="http://schemas.microsoft.com/office/drawing/2014/main" id="{8255AAFB-D351-4DFE-98D7-5CD61AD14865}"/>
              </a:ext>
            </a:extLst>
          </p:cNvPr>
          <p:cNvSpPr>
            <a:spLocks xmlns:a="http://schemas.openxmlformats.org/drawingml/2006/main" noGrp="1"/>
          </p:cNvSpPr>
          <p:nvPr>
            <p:ph type="body" idx="7"/>
          </p:nvPr>
        </p:nvSpPr>
        <p:spPr>
          <a:xfrm xmlns:a="http://schemas.openxmlformats.org/drawingml/2006/main">
            <a:off x="6329842" y="4725144"/>
            <a:ext cx="23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200" b="0" i="0" u="none" cap="none">
                <a:solidFill>
                  <a:srgbClr val="FFFFFF"/>
                </a:solidFill>
                <a:latin typeface="Arial"/>
                <a:ea typeface="Arial"/>
                <a:cs typeface="Arial"/>
              </a:defRPr>
            </a:lvl1pPr>
            <a:lvl2pPr marL="914400" indent="-228600" algn="l">
              <a:lnSpc>
                <a:spcPct val="100000"/>
              </a:lnSpc>
              <a:spcBef>
                <a:spcPts val="1000"/>
              </a:spcBef>
              <a:spcAft>
                <a:spcPts val="0"/>
              </a:spcAft>
              <a:buNone/>
              <a:defRPr sz="1200" b="0" i="0" u="none" cap="none">
                <a:solidFill>
                  <a:srgbClr val="FFFFFF"/>
                </a:solidFill>
                <a:latin typeface="Arial"/>
                <a:ea typeface="Arial"/>
                <a:cs typeface="Arial"/>
              </a:defRPr>
            </a:lvl2pPr>
            <a:lvl3pPr marL="1371600" indent="-228600" algn="l">
              <a:lnSpc>
                <a:spcPct val="100000"/>
              </a:lnSpc>
              <a:spcBef>
                <a:spcPts val="0"/>
              </a:spcBef>
              <a:spcAft>
                <a:spcPts val="0"/>
              </a:spcAft>
              <a:buNone/>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sp>
        <p:nvSpPr>
          <p:cNvPr id="162" name="Google Shape;162;p30">
            <a:extLst xmlns:a="http://schemas.openxmlformats.org/drawingml/2006/main">
              <a:ext uri="{FF2B5EF4-FFF2-40B4-BE49-F238E27FC236}">
                <a16:creationId xmlns:a16="http://schemas.microsoft.com/office/drawing/2014/main" id="{457F1C28-6DB2-459C-B15B-C890BD62BD4F}"/>
              </a:ext>
            </a:extLst>
          </p:cNvPr>
          <p:cNvSpPr>
            <a:spLocks xmlns:a="http://schemas.openxmlformats.org/drawingml/2006/main" noGrp="1"/>
          </p:cNvSpPr>
          <p:nvPr>
            <p:ph type="body" idx="8"/>
          </p:nvPr>
        </p:nvSpPr>
        <p:spPr>
          <a:xfrm xmlns:a="http://schemas.openxmlformats.org/drawingml/2006/main">
            <a:off x="9185994" y="4725144"/>
            <a:ext cx="23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00000"/>
              </a:lnSpc>
              <a:spcBef>
                <a:spcPts val="0"/>
              </a:spcBef>
              <a:spcAft>
                <a:spcPts val="0"/>
              </a:spcAft>
              <a:buNone/>
              <a:defRPr sz="1200" b="0" i="0" u="none" cap="none">
                <a:solidFill>
                  <a:srgbClr val="FFFFFF"/>
                </a:solidFill>
                <a:latin typeface="Arial"/>
                <a:ea typeface="Arial"/>
                <a:cs typeface="Arial"/>
              </a:defRPr>
            </a:lvl1pPr>
            <a:lvl2pPr marL="914400" indent="-228600" algn="l">
              <a:lnSpc>
                <a:spcPct val="100000"/>
              </a:lnSpc>
              <a:spcBef>
                <a:spcPts val="1000"/>
              </a:spcBef>
              <a:spcAft>
                <a:spcPts val="0"/>
              </a:spcAft>
              <a:buNone/>
              <a:defRPr sz="1200" b="0" i="0" u="none" cap="none">
                <a:solidFill>
                  <a:srgbClr val="FFFFFF"/>
                </a:solidFill>
                <a:latin typeface="Arial"/>
                <a:ea typeface="Arial"/>
                <a:cs typeface="Arial"/>
              </a:defRPr>
            </a:lvl2pPr>
            <a:lvl3pPr marL="1371600" indent="-228600" algn="l">
              <a:lnSpc>
                <a:spcPct val="100000"/>
              </a:lnSpc>
              <a:spcBef>
                <a:spcPts val="0"/>
              </a:spcBef>
              <a:spcAft>
                <a:spcPts val="0"/>
              </a:spcAft>
              <a:buNone/>
              <a:defRPr sz="1400" b="0" i="0" u="none" cap="none">
                <a:solidFill>
                  <a:srgbClr val="007565"/>
                </a:solidFill>
                <a:latin typeface="Arial"/>
                <a:ea typeface="Arial"/>
                <a:cs typeface="Arial"/>
              </a:defRPr>
            </a:lvl3pPr>
            <a:lvl4pPr marL="1828800" indent="-317500" algn="l">
              <a:lnSpc>
                <a:spcPct val="100000"/>
              </a:lnSpc>
              <a:spcBef>
                <a:spcPts val="500"/>
              </a:spcBef>
              <a:spcAft>
                <a:spcPts val="0"/>
              </a:spcAft>
              <a:buChar char="•"/>
              <a:defRPr sz="1400" b="0" i="0" u="none" cap="none">
                <a:solidFill>
                  <a:srgbClr val="007565"/>
                </a:solidFill>
                <a:latin typeface="Arial"/>
                <a:ea typeface="Arial"/>
                <a:cs typeface="Arial"/>
              </a:defRPr>
            </a:lvl4pPr>
            <a:lvl5pPr marL="2286000" indent="-317500" algn="l">
              <a:lnSpc>
                <a:spcPct val="100000"/>
              </a:lnSpc>
              <a:spcBef>
                <a:spcPts val="500"/>
              </a:spcBef>
              <a:spcAft>
                <a:spcPts val="0"/>
              </a:spcAft>
              <a:buChar char="-"/>
              <a:defRPr sz="1400" b="0" i="0" u="none" cap="none">
                <a:solidFill>
                  <a:srgbClr val="007565"/>
                </a:solidFill>
                <a:latin typeface="Arial"/>
                <a:ea typeface="Arial"/>
                <a:cs typeface="Arial"/>
              </a:defRPr>
            </a:lvl5pPr>
            <a:lvl6pPr marL="2743200" indent="-304800" algn="l">
              <a:lnSpc>
                <a:spcPct val="133333"/>
              </a:lnSpc>
              <a:spcBef>
                <a:spcPts val="1000"/>
              </a:spcBef>
              <a:spcAft>
                <a:spcPts val="0"/>
              </a:spcAft>
              <a:buChar char="•"/>
              <a:defRPr sz="1200" b="0" i="0" u="none" cap="none">
                <a:solidFill>
                  <a:srgbClr val="007565"/>
                </a:solidFill>
                <a:latin typeface="Arial"/>
                <a:ea typeface="Arial"/>
                <a:cs typeface="Arial"/>
              </a:defRPr>
            </a:lvl6pPr>
            <a:lvl7pPr marL="3200400" indent="-304800" algn="l">
              <a:lnSpc>
                <a:spcPct val="133333"/>
              </a:lnSpc>
              <a:spcBef>
                <a:spcPts val="1000"/>
              </a:spcBef>
              <a:spcAft>
                <a:spcPts val="0"/>
              </a:spcAft>
              <a:buChar char="•"/>
              <a:defRPr sz="1200" b="0" i="0" u="none" cap="none">
                <a:solidFill>
                  <a:srgbClr val="007565"/>
                </a:solidFill>
                <a:latin typeface="Arial"/>
                <a:ea typeface="Arial"/>
                <a:cs typeface="Arial"/>
              </a:defRPr>
            </a:lvl7pPr>
            <a:lvl8pPr marL="3657600" indent="-304800" algn="l">
              <a:lnSpc>
                <a:spcPct val="133333"/>
              </a:lnSpc>
              <a:spcBef>
                <a:spcPts val="1000"/>
              </a:spcBef>
              <a:spcAft>
                <a:spcPts val="0"/>
              </a:spcAft>
              <a:buChar char="•"/>
              <a:defRPr sz="1200" b="0" i="0" u="none" cap="none">
                <a:solidFill>
                  <a:srgbClr val="007565"/>
                </a:solidFill>
                <a:latin typeface="Arial"/>
                <a:ea typeface="Arial"/>
                <a:cs typeface="Arial"/>
              </a:defRPr>
            </a:lvl8pPr>
            <a:lvl9pPr marL="4114800" indent="-304800" algn="l">
              <a:lnSpc>
                <a:spcPct val="133333"/>
              </a:lnSpc>
              <a:spcBef>
                <a:spcPts val="1000"/>
              </a:spcBef>
              <a:spcAft>
                <a:spcPts val="0"/>
              </a:spcAft>
              <a:buChar char="•"/>
              <a:defRPr sz="1200" b="0" i="0" u="none" cap="none">
                <a:solidFill>
                  <a:srgbClr val="007565"/>
                </a:solidFill>
                <a:latin typeface="Arial"/>
                <a:ea typeface="Arial"/>
                <a:cs typeface="Arial"/>
              </a:defRPr>
            </a:lvl9pPr>
          </a:lstStyle>
          <a:p xmlns:a="http://schemas.openxmlformats.org/drawingml/2006/main"/>
        </p:txBody>
      </p:sp>
      <p:pic>
        <p:nvPicPr>
          <p:cNvPr id="163" name="Google Shape;163;p30"/>
          <p:cNvPicPr>
            <a:picLocks xmlns:a="http://schemas.openxmlformats.org/drawingml/2006/main" noChangeAspect="1"/>
          </p:cNvPicPr>
          <p:nvPr/>
        </p:nvPicPr>
        <p:blipFill rotWithShape="1">
          <a:blip xmlns:r="http://schemas.openxmlformats.org/officeDocument/2006/relationships" xmlns:a="http://schemas.openxmlformats.org/drawingml/2006/main" r:embed="R6d7dd34a37fb4b35">
            <a:alphaModFix/>
          </a:blip>
          <a:srcRect xmlns:a="http://schemas.openxmlformats.org/drawingml/2006/main" l="0" t="0" r="0" b="0"/>
          <a:stretch xmlns:a="http://schemas.openxmlformats.org/drawingml/2006/main"/>
        </p:blipFill>
        <p:spPr>
          <a:xfrm xmlns:a="http://schemas.openxmlformats.org/drawingml/2006/main">
            <a:off x="10897966" y="362285"/>
            <a:ext cx="835200" cy="417600"/>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2b0f3ee418134df4" /><Relationship Type="http://schemas.openxmlformats.org/officeDocument/2006/relationships/theme" Target="/ppt/slideMasters/theme/theme2.xml" Id="R3676f74ebad848bc" /><Relationship Type="http://schemas.openxmlformats.org/officeDocument/2006/relationships/slideLayout" Target="/ppt/slideLayouts/slideLayout1.xml" Id="Rf977ba2640214a83" /><Relationship Type="http://schemas.openxmlformats.org/officeDocument/2006/relationships/slideLayout" Target="/ppt/slideLayouts/slideLayout2.xml" Id="Rf3a2eac7111d422e" /><Relationship Type="http://schemas.openxmlformats.org/officeDocument/2006/relationships/slideLayout" Target="/ppt/slideLayouts/slideLayout3.xml" Id="R7d8a682524d1495d" /><Relationship Type="http://schemas.openxmlformats.org/officeDocument/2006/relationships/slideLayout" Target="/ppt/slideLayouts/slideLayout4.xml" Id="Re701bbd502884d46" /><Relationship Type="http://schemas.openxmlformats.org/officeDocument/2006/relationships/slideLayout" Target="/ppt/slideLayouts/slideLayout5.xml" Id="R2b1c4bd59f884e6e" /><Relationship Type="http://schemas.openxmlformats.org/officeDocument/2006/relationships/slideLayout" Target="/ppt/slideLayouts/slideLayout6.xml" Id="R01bea4919b5246a9" /><Relationship Type="http://schemas.openxmlformats.org/officeDocument/2006/relationships/slideLayout" Target="/ppt/slideLayouts/slideLayout7.xml" Id="Rf7516d6c18864dba" /><Relationship Type="http://schemas.openxmlformats.org/officeDocument/2006/relationships/slideLayout" Target="/ppt/slideLayouts/slideLayout8.xml" Id="R3c63f198026249b5" /><Relationship Type="http://schemas.openxmlformats.org/officeDocument/2006/relationships/slideLayout" Target="/ppt/slideLayouts/slideLayout9.xml" Id="R6c1f6e9e5bd44dd0" /><Relationship Type="http://schemas.openxmlformats.org/officeDocument/2006/relationships/slideLayout" Target="/ppt/slideLayouts/slideLayout10.xml" Id="Rd11b1f01426c45cd" /><Relationship Type="http://schemas.openxmlformats.org/officeDocument/2006/relationships/slideLayout" Target="/ppt/slideLayouts/slideLayout11.xml" Id="Rc209b8ce3d864008" /><Relationship Type="http://schemas.openxmlformats.org/officeDocument/2006/relationships/slideLayout" Target="/ppt/slideLayouts/slideLayout12.xml" Id="R99dd934936624dec" /><Relationship Type="http://schemas.openxmlformats.org/officeDocument/2006/relationships/slideLayout" Target="/ppt/slideLayouts/slideLayout13.xml" Id="Rcaf108d4a4ee4115" /><Relationship Type="http://schemas.openxmlformats.org/officeDocument/2006/relationships/slideLayout" Target="/ppt/slideLayouts/slideLayout14.xml" Id="Rede9b96a8afb4525" /><Relationship Type="http://schemas.openxmlformats.org/officeDocument/2006/relationships/slideLayout" Target="/ppt/slideLayouts/slideLayout15.xml" Id="R527955457e5e42ad" /><Relationship Type="http://schemas.openxmlformats.org/officeDocument/2006/relationships/slideLayout" Target="/ppt/slideLayouts/slideLayout16.xml" Id="R936ad37763ee4f6f" /><Relationship Type="http://schemas.openxmlformats.org/officeDocument/2006/relationships/slideLayout" Target="/ppt/slideLayouts/slideLayout17.xml" Id="R0e5ea3d96ce64ca6" /><Relationship Type="http://schemas.openxmlformats.org/officeDocument/2006/relationships/slideLayout" Target="/ppt/slideLayouts/slideLayout18.xml" Id="R2d3ff09b769e49eb" /><Relationship Type="http://schemas.openxmlformats.org/officeDocument/2006/relationships/slideLayout" Target="/ppt/slideLayouts/slideLayout19.xml" Id="R98f352b83124454a" /><Relationship Type="http://schemas.openxmlformats.org/officeDocument/2006/relationships/slideLayout" Target="/ppt/slideLayouts/slideLayout20.xml" Id="R16ea416aed1a4d0a" /><Relationship Type="http://schemas.openxmlformats.org/officeDocument/2006/relationships/slideLayout" Target="/ppt/slideLayouts/slideLayout21.xml" Id="R08665319829945d1" /><Relationship Type="http://schemas.openxmlformats.org/officeDocument/2006/relationships/slideLayout" Target="/ppt/slideLayouts/slideLayout22.xml" Id="Rfc2d21594562416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8">
            <a:extLst xmlns:a="http://schemas.openxmlformats.org/drawingml/2006/main">
              <a:ext uri="{FF2B5EF4-FFF2-40B4-BE49-F238E27FC236}">
                <a16:creationId xmlns:a16="http://schemas.microsoft.com/office/drawing/2014/main" id="{CD425C4A-4455-4C1E-AD4A-56A0DB5EB85E}"/>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0" indent="0" algn="r">
              <a:lnSpc>
                <a:spcPct val="100000"/>
              </a:lnSpc>
              <a:spcBef>
                <a:spcPts val="0"/>
              </a:spcBef>
              <a:spcAft>
                <a:spcPts val="0"/>
              </a:spcAft>
              <a:buNone/>
              <a:defRPr sz="1000" b="0" i="0" u="none" cap="none">
                <a:solidFill>
                  <a:schemeClr val="dk1"/>
                </a:solidFill>
                <a:latin typeface="Arial"/>
                <a:ea typeface="Arial"/>
                <a:cs typeface="Arial"/>
              </a:defRPr>
            </a:lvl1pPr>
            <a:lvl2pPr marL="0" indent="0" algn="r">
              <a:lnSpc>
                <a:spcPct val="100000"/>
              </a:lnSpc>
              <a:spcBef>
                <a:spcPts val="0"/>
              </a:spcBef>
              <a:spcAft>
                <a:spcPts val="0"/>
              </a:spcAft>
              <a:buNone/>
              <a:defRPr sz="1000" b="0" i="0" u="none" cap="none">
                <a:solidFill>
                  <a:schemeClr val="dk1"/>
                </a:solidFill>
                <a:latin typeface="Arial"/>
                <a:ea typeface="Arial"/>
                <a:cs typeface="Arial"/>
              </a:defRPr>
            </a:lvl2pPr>
            <a:lvl3pPr marL="0" indent="0" algn="r">
              <a:lnSpc>
                <a:spcPct val="100000"/>
              </a:lnSpc>
              <a:spcBef>
                <a:spcPts val="0"/>
              </a:spcBef>
              <a:spcAft>
                <a:spcPts val="0"/>
              </a:spcAft>
              <a:buNone/>
              <a:defRPr sz="1000" b="0" i="0" u="none" cap="none">
                <a:solidFill>
                  <a:schemeClr val="dk1"/>
                </a:solidFill>
                <a:latin typeface="Arial"/>
                <a:ea typeface="Arial"/>
                <a:cs typeface="Arial"/>
              </a:defRPr>
            </a:lvl3pPr>
            <a:lvl4pPr marL="0" indent="0" algn="r">
              <a:lnSpc>
                <a:spcPct val="100000"/>
              </a:lnSpc>
              <a:spcBef>
                <a:spcPts val="0"/>
              </a:spcBef>
              <a:spcAft>
                <a:spcPts val="0"/>
              </a:spcAft>
              <a:buNone/>
              <a:defRPr sz="1000" b="0" i="0" u="none" cap="none">
                <a:solidFill>
                  <a:schemeClr val="dk1"/>
                </a:solidFill>
                <a:latin typeface="Arial"/>
                <a:ea typeface="Arial"/>
                <a:cs typeface="Arial"/>
              </a:defRPr>
            </a:lvl4pPr>
            <a:lvl5pPr marL="0" indent="0" algn="r">
              <a:lnSpc>
                <a:spcPct val="100000"/>
              </a:lnSpc>
              <a:spcBef>
                <a:spcPts val="0"/>
              </a:spcBef>
              <a:spcAft>
                <a:spcPts val="0"/>
              </a:spcAft>
              <a:buNone/>
              <a:defRPr sz="1000" b="0" i="0" u="none" cap="none">
                <a:solidFill>
                  <a:schemeClr val="dk1"/>
                </a:solidFill>
                <a:latin typeface="Arial"/>
                <a:ea typeface="Arial"/>
                <a:cs typeface="Arial"/>
              </a:defRPr>
            </a:lvl5pPr>
            <a:lvl6pPr marL="0" indent="0" algn="r">
              <a:lnSpc>
                <a:spcPct val="100000"/>
              </a:lnSpc>
              <a:spcBef>
                <a:spcPts val="0"/>
              </a:spcBef>
              <a:spcAft>
                <a:spcPts val="0"/>
              </a:spcAft>
              <a:buNone/>
              <a:defRPr sz="1000" b="0" i="0" u="none" cap="none">
                <a:solidFill>
                  <a:schemeClr val="dk1"/>
                </a:solidFill>
                <a:latin typeface="Arial"/>
                <a:ea typeface="Arial"/>
                <a:cs typeface="Arial"/>
              </a:defRPr>
            </a:lvl6pPr>
            <a:lvl7pPr marL="0" indent="0" algn="r">
              <a:lnSpc>
                <a:spcPct val="100000"/>
              </a:lnSpc>
              <a:spcBef>
                <a:spcPts val="0"/>
              </a:spcBef>
              <a:spcAft>
                <a:spcPts val="0"/>
              </a:spcAft>
              <a:buNone/>
              <a:defRPr sz="1000" b="0" i="0" u="none" cap="none">
                <a:solidFill>
                  <a:schemeClr val="dk1"/>
                </a:solidFill>
                <a:latin typeface="Arial"/>
                <a:ea typeface="Arial"/>
                <a:cs typeface="Arial"/>
              </a:defRPr>
            </a:lvl7pPr>
            <a:lvl8pPr marL="0" indent="0" algn="r">
              <a:lnSpc>
                <a:spcPct val="100000"/>
              </a:lnSpc>
              <a:spcBef>
                <a:spcPts val="0"/>
              </a:spcBef>
              <a:spcAft>
                <a:spcPts val="0"/>
              </a:spcAft>
              <a:buNone/>
              <a:defRPr sz="1000" b="0" i="0" u="none" cap="none">
                <a:solidFill>
                  <a:schemeClr val="dk1"/>
                </a:solidFill>
                <a:latin typeface="Arial"/>
                <a:ea typeface="Arial"/>
                <a:cs typeface="Arial"/>
              </a:defRPr>
            </a:lvl8pPr>
            <a:lvl9pPr marL="0" indent="0" algn="r">
              <a:lnSpc>
                <a:spcPct val="100000"/>
              </a:lnSpc>
              <a:spcBef>
                <a:spcPts val="0"/>
              </a:spcBef>
              <a:spcAft>
                <a:spcPts val="0"/>
              </a:spcAft>
              <a:buNone/>
              <a:defRPr sz="1000" b="0" i="0" u="none" cap="none">
                <a:solidFill>
                  <a:schemeClr val="dk1"/>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
        <p:nvSpPr>
          <p:cNvPr id="7" name="Google Shape;7;p8">
            <a:extLst xmlns:a="http://schemas.openxmlformats.org/drawingml/2006/main">
              <a:ext uri="{FF2B5EF4-FFF2-40B4-BE49-F238E27FC236}">
                <a16:creationId xmlns:a16="http://schemas.microsoft.com/office/drawing/2014/main" id="{DD02D132-3312-4BDC-B945-F3AA329555EF}"/>
              </a:ext>
            </a:extLst>
          </p:cNvPr>
          <p:cNvSpPr>
            <a:spLocks xmlns:a="http://schemas.openxmlformats.org/drawingml/2006/main" noGrp="1"/>
          </p:cNvSpPr>
          <p:nvPr/>
        </p:nvSpPr>
        <p:spPr>
          <a:xfrm xmlns:a="http://schemas.openxmlformats.org/drawingml/2006/main">
            <a:off x="500" y="6761480"/>
            <a:ext cx="12178800" cy="9652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t/>
            </a:r>
          </a:p>
        </p:txBody>
      </p:sp>
      <p:sp>
        <p:nvSpPr>
          <p:cNvPr id="8" name="Google Shape;8;p8">
            <a:extLst xmlns:a="http://schemas.openxmlformats.org/drawingml/2006/main">
              <a:ext uri="{FF2B5EF4-FFF2-40B4-BE49-F238E27FC236}">
                <a16:creationId xmlns:a16="http://schemas.microsoft.com/office/drawing/2014/main" id="{197569E6-AE4F-412F-BF21-432085829148}"/>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sz="3000" b="1" i="0" u="none" cap="none">
                <a:solidFill>
                  <a:schemeClr val="dk1"/>
                </a:solidFill>
                <a:latin typeface="Arial"/>
                <a:ea typeface="Arial"/>
                <a:cs typeface="Arial"/>
              </a:defRPr>
            </a:lvl1pPr>
            <a:lvl2pPr algn="l">
              <a:lnSpc>
                <a:spcPct val="115789"/>
              </a:lnSpc>
              <a:spcBef>
                <a:spcPts val="2200"/>
              </a:spcBef>
              <a:spcAft>
                <a:spcPts val="0"/>
              </a:spcAft>
              <a:buNone/>
              <a:defRPr sz="1900" b="1" i="0" u="none" cap="none">
                <a:solidFill>
                  <a:srgbClr val="000000"/>
                </a:solidFill>
                <a:latin typeface="Arial"/>
                <a:ea typeface="Arial"/>
                <a:cs typeface="Arial"/>
              </a:defRPr>
            </a:lvl2pPr>
            <a:lvl3pPr algn="l">
              <a:lnSpc>
                <a:spcPct val="115789"/>
              </a:lnSpc>
              <a:spcBef>
                <a:spcPts val="2200"/>
              </a:spcBef>
              <a:spcAft>
                <a:spcPts val="0"/>
              </a:spcAft>
              <a:buNone/>
              <a:defRPr sz="1900" b="1" i="0" u="none" cap="none">
                <a:solidFill>
                  <a:srgbClr val="000000"/>
                </a:solidFill>
                <a:latin typeface="Arial"/>
                <a:ea typeface="Arial"/>
                <a:cs typeface="Arial"/>
              </a:defRPr>
            </a:lvl3pPr>
            <a:lvl4pPr algn="l">
              <a:lnSpc>
                <a:spcPct val="115789"/>
              </a:lnSpc>
              <a:spcBef>
                <a:spcPts val="2200"/>
              </a:spcBef>
              <a:spcAft>
                <a:spcPts val="0"/>
              </a:spcAft>
              <a:buNone/>
              <a:defRPr sz="1900" b="1" i="0" u="none" cap="none">
                <a:solidFill>
                  <a:srgbClr val="000000"/>
                </a:solidFill>
                <a:latin typeface="Arial"/>
                <a:ea typeface="Arial"/>
                <a:cs typeface="Arial"/>
              </a:defRPr>
            </a:lvl4pPr>
            <a:lvl5pPr algn="l">
              <a:lnSpc>
                <a:spcPct val="115789"/>
              </a:lnSpc>
              <a:spcBef>
                <a:spcPts val="2200"/>
              </a:spcBef>
              <a:spcAft>
                <a:spcPts val="0"/>
              </a:spcAft>
              <a:buNone/>
              <a:defRPr sz="1900" b="1" i="0" u="none" cap="none">
                <a:solidFill>
                  <a:srgbClr val="000000"/>
                </a:solidFill>
                <a:latin typeface="Arial"/>
                <a:ea typeface="Arial"/>
                <a:cs typeface="Arial"/>
              </a:defRPr>
            </a:lvl5pPr>
            <a:lvl6pPr algn="l">
              <a:lnSpc>
                <a:spcPct val="115789"/>
              </a:lnSpc>
              <a:spcBef>
                <a:spcPts val="2200"/>
              </a:spcBef>
              <a:spcAft>
                <a:spcPts val="0"/>
              </a:spcAft>
              <a:buNone/>
              <a:defRPr sz="1900" b="1" i="0" u="none" cap="none">
                <a:solidFill>
                  <a:srgbClr val="000000"/>
                </a:solidFill>
                <a:latin typeface="Arial"/>
                <a:ea typeface="Arial"/>
                <a:cs typeface="Arial"/>
              </a:defRPr>
            </a:lvl6pPr>
            <a:lvl7pPr algn="l">
              <a:lnSpc>
                <a:spcPct val="115789"/>
              </a:lnSpc>
              <a:spcBef>
                <a:spcPts val="2200"/>
              </a:spcBef>
              <a:spcAft>
                <a:spcPts val="0"/>
              </a:spcAft>
              <a:buNone/>
              <a:defRPr sz="1900" b="1" i="0" u="none" cap="none">
                <a:solidFill>
                  <a:srgbClr val="000000"/>
                </a:solidFill>
                <a:latin typeface="Arial"/>
                <a:ea typeface="Arial"/>
                <a:cs typeface="Arial"/>
              </a:defRPr>
            </a:lvl7pPr>
            <a:lvl8pPr algn="l">
              <a:lnSpc>
                <a:spcPct val="115789"/>
              </a:lnSpc>
              <a:spcBef>
                <a:spcPts val="2200"/>
              </a:spcBef>
              <a:spcAft>
                <a:spcPts val="0"/>
              </a:spcAft>
              <a:buNone/>
              <a:defRPr sz="1900" b="1" i="0" u="none" cap="none">
                <a:solidFill>
                  <a:srgbClr val="000000"/>
                </a:solidFill>
                <a:latin typeface="Arial"/>
                <a:ea typeface="Arial"/>
                <a:cs typeface="Arial"/>
              </a:defRPr>
            </a:lvl8pPr>
            <a:lvl9pPr algn="l">
              <a:lnSpc>
                <a:spcPct val="115789"/>
              </a:lnSpc>
              <a:spcBef>
                <a:spcPts val="2200"/>
              </a:spcBef>
              <a:spcAft>
                <a:spcPts val="0"/>
              </a:spcAft>
              <a:buNone/>
              <a:defRPr sz="1900" b="1" i="0" u="none" cap="none">
                <a:solidFill>
                  <a:srgbClr val="000000"/>
                </a:solidFill>
                <a:latin typeface="Arial"/>
                <a:ea typeface="Arial"/>
                <a:cs typeface="Arial"/>
              </a:defRPr>
            </a:lvl9pPr>
          </a:lstStyle>
          <a:p xmlns:a="http://schemas.openxmlformats.org/drawingml/2006/main"/>
        </p:txBody>
      </p:sp>
      <p:pic>
        <p:nvPicPr>
          <p:cNvPr id="9" name="Google Shape;9;p8"/>
          <p:cNvPicPr>
            <a:picLocks xmlns:a="http://schemas.openxmlformats.org/drawingml/2006/main" noChangeAspect="1"/>
          </p:cNvPicPr>
          <p:nvPr/>
        </p:nvPicPr>
        <p:blipFill rotWithShape="1">
          <a:blip xmlns:r="http://schemas.openxmlformats.org/officeDocument/2006/relationships" xmlns:a="http://schemas.openxmlformats.org/drawingml/2006/main" r:embed="R2b0f3ee418134df4">
            <a:alphaModFix/>
          </a:blip>
          <a:srcRect xmlns:a="http://schemas.openxmlformats.org/drawingml/2006/main" l="0" t="0" r="0" b="0"/>
          <a:stretch xmlns:a="http://schemas.openxmlformats.org/drawingml/2006/main"/>
        </p:blipFill>
        <p:spPr>
          <a:xfrm xmlns:a="http://schemas.openxmlformats.org/drawingml/2006/main">
            <a:off x="10897966" y="362286"/>
            <a:ext cx="833598" cy="41679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977ba2640214a83"/>
    <p:sldLayoutId xmlns:r="http://schemas.openxmlformats.org/officeDocument/2006/relationships" id="2147483650" r:id="Rf3a2eac7111d422e"/>
    <p:sldLayoutId xmlns:r="http://schemas.openxmlformats.org/officeDocument/2006/relationships" id="2147483651" r:id="R7d8a682524d1495d"/>
    <p:sldLayoutId xmlns:r="http://schemas.openxmlformats.org/officeDocument/2006/relationships" id="2147483652" r:id="Re701bbd502884d46"/>
    <p:sldLayoutId xmlns:r="http://schemas.openxmlformats.org/officeDocument/2006/relationships" id="2147483653" r:id="R2b1c4bd59f884e6e"/>
    <p:sldLayoutId xmlns:r="http://schemas.openxmlformats.org/officeDocument/2006/relationships" id="2147483654" r:id="R01bea4919b5246a9"/>
    <p:sldLayoutId xmlns:r="http://schemas.openxmlformats.org/officeDocument/2006/relationships" id="2147483655" r:id="Rf7516d6c18864dba"/>
    <p:sldLayoutId xmlns:r="http://schemas.openxmlformats.org/officeDocument/2006/relationships" id="2147483656" r:id="R3c63f198026249b5"/>
    <p:sldLayoutId xmlns:r="http://schemas.openxmlformats.org/officeDocument/2006/relationships" id="2147483657" r:id="R6c1f6e9e5bd44dd0"/>
    <p:sldLayoutId xmlns:r="http://schemas.openxmlformats.org/officeDocument/2006/relationships" id="2147483658" r:id="Rd11b1f01426c45cd"/>
    <p:sldLayoutId xmlns:r="http://schemas.openxmlformats.org/officeDocument/2006/relationships" id="2147483659" r:id="Rc209b8ce3d864008"/>
    <p:sldLayoutId xmlns:r="http://schemas.openxmlformats.org/officeDocument/2006/relationships" id="2147483660" r:id="R99dd934936624dec"/>
    <p:sldLayoutId xmlns:r="http://schemas.openxmlformats.org/officeDocument/2006/relationships" id="2147483661" r:id="Rcaf108d4a4ee4115"/>
    <p:sldLayoutId xmlns:r="http://schemas.openxmlformats.org/officeDocument/2006/relationships" id="2147483662" r:id="Rede9b96a8afb4525"/>
    <p:sldLayoutId xmlns:r="http://schemas.openxmlformats.org/officeDocument/2006/relationships" id="2147483663" r:id="R527955457e5e42ad"/>
    <p:sldLayoutId xmlns:r="http://schemas.openxmlformats.org/officeDocument/2006/relationships" id="2147483664" r:id="R936ad37763ee4f6f"/>
    <p:sldLayoutId xmlns:r="http://schemas.openxmlformats.org/officeDocument/2006/relationships" id="2147483665" r:id="R0e5ea3d96ce64ca6"/>
    <p:sldLayoutId xmlns:r="http://schemas.openxmlformats.org/officeDocument/2006/relationships" id="2147483666" r:id="R2d3ff09b769e49eb"/>
    <p:sldLayoutId xmlns:r="http://schemas.openxmlformats.org/officeDocument/2006/relationships" id="2147483667" r:id="R98f352b83124454a"/>
    <p:sldLayoutId xmlns:r="http://schemas.openxmlformats.org/officeDocument/2006/relationships" id="2147483668" r:id="R16ea416aed1a4d0a"/>
    <p:sldLayoutId xmlns:r="http://schemas.openxmlformats.org/officeDocument/2006/relationships" id="2147483669" r:id="R08665319829945d1"/>
    <p:sldLayoutId xmlns:r="http://schemas.openxmlformats.org/officeDocument/2006/relationships" id="2147483670" r:id="Rfc2d215945624168"/>
  </p:sldLayoutIdLst>
  <p:hf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iPath color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a06939aa3c4b89" /><Relationship Type="http://schemas.openxmlformats.org/officeDocument/2006/relationships/image" Target="/ppt/media/image16.png" Id="R9f8307efc49f4c7b" /><Relationship Type="http://schemas.openxmlformats.org/officeDocument/2006/relationships/notesSlide" Target="/ppt/notesSlides/notesSlide1.xml" Id="R1324c20c108944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8345afd56ea24670" /><Relationship Type="http://schemas.openxmlformats.org/officeDocument/2006/relationships/notesSlide" Target="/ppt/notesSlides/notesSlide2.xml" Id="R657994d074924a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f61e8c4889146d2" /><Relationship Type="http://schemas.openxmlformats.org/officeDocument/2006/relationships/notesSlide" Target="/ppt/notesSlides/notesSlide3.xml" Id="R33cd6cb279be4b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d41f12f29c14812" /><Relationship Type="http://schemas.openxmlformats.org/officeDocument/2006/relationships/notesSlide" Target="/ppt/notesSlides/notesSlide4.xml" Id="R5abae0e440324c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6a9c3e6400045d7" /><Relationship Type="http://schemas.openxmlformats.org/officeDocument/2006/relationships/notesSlide" Target="/ppt/notesSlides/notesSlide5.xml" Id="R65acddeff1c04ab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8" name="Google Shape;168;p1">
            <a:extLst xmlns:a="http://schemas.openxmlformats.org/drawingml/2006/main">
              <a:ext uri="{FF2B5EF4-FFF2-40B4-BE49-F238E27FC236}">
                <a16:creationId xmlns:a16="http://schemas.microsoft.com/office/drawing/2014/main" id="{B0790743-E92F-4E67-A480-0F83E4CE1A2D}"/>
              </a:ext>
            </a:extLst>
          </p:cNvPr>
          <p:cNvSpPr>
            <a:spLocks xmlns:a="http://schemas.openxmlformats.org/drawingml/2006/main" noGrp="1"/>
          </p:cNvSpPr>
          <p:nvPr>
            <p:ph type="body" idx="1"/>
          </p:nvPr>
        </p:nvSpPr>
        <p:spPr>
          <a:xfrm xmlns:a="http://schemas.openxmlformats.org/drawingml/2006/main">
            <a:off x="640800" y="3608250"/>
            <a:ext cx="9246600" cy="112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1200"/>
              </a:spcBef>
              <a:spcAft>
                <a:spcPts val="0"/>
              </a:spcAft>
              <a:buNone/>
            </a:pPr>
            <a:r>
              <a:rPr sz="1800">
                <a:solidFill>
                  <a:srgbClr val="0D1117"/>
                </a:solidFill>
                <a:highlight>
                  <a:srgbClr val="F0F6FC"/>
                </a:highlight>
              </a:rPr>
              <a:t>UiPath as the enterprise control plane for coding agents that build governed internal business apps.</a:t>
            </a:r>
          </a:p>
        </p:txBody>
      </p:sp>
      <p:sp>
        <p:nvSpPr>
          <p:cNvPr id="169" name="Google Shape;169;p1">
            <a:extLst xmlns:a="http://schemas.openxmlformats.org/drawingml/2006/main">
              <a:ext uri="{FF2B5EF4-FFF2-40B4-BE49-F238E27FC236}">
                <a16:creationId xmlns:a16="http://schemas.microsoft.com/office/drawing/2014/main" id="{CF4BCA09-DA02-4540-8B3E-595F5606346F}"/>
              </a:ext>
            </a:extLst>
          </p:cNvPr>
          <p:cNvSpPr>
            <a:spLocks xmlns:a="http://schemas.openxmlformats.org/drawingml/2006/main" noGrp="1"/>
          </p:cNvSpPr>
          <p:nvPr>
            <p:ph type="title" idx="0"/>
          </p:nvPr>
        </p:nvSpPr>
        <p:spPr>
          <a:xfrm xmlns:a="http://schemas.openxmlformats.org/drawingml/2006/main">
            <a:off x="464800" y="1492775"/>
            <a:ext cx="8568000" cy="171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pPr>
            <a:r>
              <a:rPr sz="5300" u="sng"/>
              <a:t>Governed Agentic</a:t>
            </a:r>
          </a:p>
          <a:p xmlns:a="http://schemas.openxmlformats.org/drawingml/2006/main">
            <a:pPr marL="0" indent="0" algn="l">
              <a:lnSpc>
                <a:spcPct val="115000"/>
              </a:lnSpc>
              <a:spcBef>
                <a:spcPts val="0"/>
              </a:spcBef>
              <a:spcAft>
                <a:spcPts val="0"/>
              </a:spcAft>
              <a:buNone/>
            </a:pPr>
            <a:r>
              <a:rPr sz="5300" u="sng"/>
              <a:t>Automation Factory</a:t>
            </a:r>
          </a:p>
        </p:txBody>
      </p:sp>
      <p:pic>
        <p:nvPicPr>
          <p:cNvPr id="173" name="Google Shape;170;p1"/>
          <p:cNvPicPr>
            <a:picLocks xmlns:a="http://schemas.openxmlformats.org/drawingml/2006/main" noChangeAspect="1"/>
          </p:cNvPicPr>
          <p:nvPr/>
        </p:nvPicPr>
        <p:blipFill>
          <a:blip xmlns:r="http://schemas.openxmlformats.org/officeDocument/2006/relationships" xmlns:a="http://schemas.openxmlformats.org/drawingml/2006/main" r:embed="R9f8307efc49f4c7b">
            <a:alphaModFix/>
          </a:blip>
          <a:stretch xmlns:a="http://schemas.openxmlformats.org/drawingml/2006/main">
            <a:fillRect l="0" t="0" r="0" b="0"/>
          </a:stretch>
        </p:blipFill>
        <p:spPr>
          <a:xfrm xmlns:a="http://schemas.openxmlformats.org/drawingml/2006/main">
            <a:off x="8206775" y="778600"/>
            <a:ext cx="3861067" cy="21718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478399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5" name="Google Shape;175;p3">
            <a:extLst xmlns:a="http://schemas.openxmlformats.org/drawingml/2006/main">
              <a:ext uri="{FF2B5EF4-FFF2-40B4-BE49-F238E27FC236}">
                <a16:creationId xmlns:a16="http://schemas.microsoft.com/office/drawing/2014/main" id="{C208E8D4-CCD9-441F-B483-E578533B31B6}"/>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00000"/>
              </a:lnSpc>
              <a:spcBef>
                <a:spcPts val="0"/>
              </a:spcBef>
              <a:spcAft>
                <a:spcPts val="0"/>
              </a:spcAft>
              <a:buNone/>
            </a:pPr>
            <a:r>
              <a:rPr>
                <a:solidFill>
                  <a:srgbClr val="172024"/>
                </a:solidFill>
              </a:rPr>
              <a:t>Problem statement and proposed solution</a:t>
            </a:r>
          </a:p>
        </p:txBody>
      </p:sp>
      <p:sp>
        <p:nvSpPr>
          <p:cNvPr id="176" name="Google Shape;176;p3">
            <a:extLst xmlns:a="http://schemas.openxmlformats.org/drawingml/2006/main">
              <a:ext uri="{FF2B5EF4-FFF2-40B4-BE49-F238E27FC236}">
                <a16:creationId xmlns:a16="http://schemas.microsoft.com/office/drawing/2014/main" id="{C642476D-5B3A-4688-9E6A-80529B238D04}"/>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r">
              <a:lnSpc>
                <a:spcPct val="100000"/>
              </a:lnSpc>
              <a:spcBef>
                <a:spcPts val="0"/>
              </a:spcBef>
              <a:spcAft>
                <a:spcPts val="0"/>
              </a:spcAft>
              <a:buNone/>
            </a:pPr>
            <a:fld id="{E2598689-54C9-18A7-3A19-ED76AA08988F}" type="slidenum">
              <a:t>2</a:t>
            </a:fld>
          </a:p>
        </p:txBody>
      </p:sp>
      <p:sp>
        <p:nvSpPr>
          <p:cNvPr id="177" name="Google Shape;177;p3">
            <a:extLst xmlns:a="http://schemas.openxmlformats.org/drawingml/2006/main">
              <a:ext uri="{FF2B5EF4-FFF2-40B4-BE49-F238E27FC236}">
                <a16:creationId xmlns:a16="http://schemas.microsoft.com/office/drawing/2014/main" id="{8B9FFDB1-8B64-42CF-A78E-E80AB8C2A64B}"/>
              </a:ext>
            </a:extLst>
          </p:cNvPr>
          <p:cNvSpPr>
            <a:spLocks xmlns:a="http://schemas.openxmlformats.org/drawingml/2006/main" noGrp="1"/>
          </p:cNvSpPr>
          <p:nvPr>
            <p:ph type="body" idx="1"/>
          </p:nvPr>
        </p:nvSpPr>
        <p:spPr>
          <a:xfrm xmlns:a="http://schemas.openxmlformats.org/drawingml/2006/main">
            <a:off x="360000" y="1440000"/>
            <a:ext cx="504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00000"/>
              </a:lnSpc>
              <a:spcBef>
                <a:spcPts val="0"/>
              </a:spcBef>
              <a:spcAft>
                <a:spcPts val="0"/>
              </a:spcAft>
              <a:buNone/>
            </a:pPr>
            <a:r>
              <a:t>Problem</a:t>
            </a:r>
          </a:p>
        </p:txBody>
      </p:sp>
      <p:sp>
        <p:nvSpPr>
          <p:cNvPr id="178" name="Google Shape;178;p3">
            <a:extLst xmlns:a="http://schemas.openxmlformats.org/drawingml/2006/main">
              <a:ext uri="{FF2B5EF4-FFF2-40B4-BE49-F238E27FC236}">
                <a16:creationId xmlns:a16="http://schemas.microsoft.com/office/drawing/2014/main" id="{CDB67824-1804-4E5E-9DA0-EC49690AB78C}"/>
              </a:ext>
            </a:extLst>
          </p:cNvPr>
          <p:cNvSpPr>
            <a:spLocks xmlns:a="http://schemas.openxmlformats.org/drawingml/2006/main" noGrp="1"/>
          </p:cNvSpPr>
          <p:nvPr>
            <p:ph type="body" idx="2"/>
          </p:nvPr>
        </p:nvSpPr>
        <p:spPr>
          <a:xfrm xmlns:a="http://schemas.openxmlformats.org/drawingml/2006/main">
            <a:off x="229100" y="1952325"/>
            <a:ext cx="4616700" cy="452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457200" indent="0" algn="l">
              <a:lnSpc>
                <a:spcPct val="100000"/>
              </a:lnSpc>
              <a:spcBef>
                <a:spcPts val="500"/>
              </a:spcBef>
              <a:spcAft>
                <a:spcPts val="0"/>
              </a:spcAft>
              <a:buNone/>
            </a:pPr>
            <a:r>
              <a:t>AI can now produce internal tools quickly, but enterprises cannot accept unowned app sprawl. Every generated app still needs approved data access, PII policy, human gates, tests, release control, and audit evidence. Without that, coding agents create shadow IT faster.</a:t>
            </a:r>
          </a:p>
        </p:txBody>
      </p:sp>
      <p:sp>
        <p:nvSpPr>
          <p:cNvPr id="179" name="Google Shape;179;p3">
            <a:extLst xmlns:a="http://schemas.openxmlformats.org/drawingml/2006/main">
              <a:ext uri="{FF2B5EF4-FFF2-40B4-BE49-F238E27FC236}">
                <a16:creationId xmlns:a16="http://schemas.microsoft.com/office/drawing/2014/main" id="{B6F0558D-7E09-4CD6-8920-79ADC13F1617}"/>
              </a:ext>
            </a:extLst>
          </p:cNvPr>
          <p:cNvSpPr>
            <a:spLocks xmlns:a="http://schemas.openxmlformats.org/drawingml/2006/main" noGrp="1"/>
          </p:cNvSpPr>
          <p:nvPr>
            <p:ph type="body" idx="3"/>
          </p:nvPr>
        </p:nvSpPr>
        <p:spPr>
          <a:xfrm xmlns:a="http://schemas.openxmlformats.org/drawingml/2006/main">
            <a:off x="6089650" y="1440000"/>
            <a:ext cx="504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00000"/>
              </a:lnSpc>
              <a:spcBef>
                <a:spcPts val="0"/>
              </a:spcBef>
              <a:spcAft>
                <a:spcPts val="0"/>
              </a:spcAft>
              <a:buNone/>
            </a:pPr>
            <a:r>
              <a:t>Solution</a:t>
            </a:r>
          </a:p>
        </p:txBody>
      </p:sp>
      <p:sp>
        <p:nvSpPr>
          <p:cNvPr id="180" name="Google Shape;180;p3">
            <a:extLst xmlns:a="http://schemas.openxmlformats.org/drawingml/2006/main">
              <a:ext uri="{FF2B5EF4-FFF2-40B4-BE49-F238E27FC236}">
                <a16:creationId xmlns:a16="http://schemas.microsoft.com/office/drawing/2014/main" id="{54943CA2-A729-4620-8318-4BD71950EBA8}"/>
              </a:ext>
            </a:extLst>
          </p:cNvPr>
          <p:cNvSpPr>
            <a:spLocks xmlns:a="http://schemas.openxmlformats.org/drawingml/2006/main" noGrp="1"/>
          </p:cNvSpPr>
          <p:nvPr>
            <p:ph type="body" idx="4"/>
          </p:nvPr>
        </p:nvSpPr>
        <p:spPr>
          <a:xfrm xmlns:a="http://schemas.openxmlformats.org/drawingml/2006/main">
            <a:off x="6089650" y="1800000"/>
            <a:ext cx="5255700" cy="4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1200"/>
              </a:spcBef>
              <a:spcAft>
                <a:spcPts val="0"/>
              </a:spcAft>
              <a:buNone/>
            </a:pPr>
            <a:r>
              <a:t>Agent Factory turns a business request into a UiPath-governed lifecycle: clarify intent, assess governance, approve scope, create a build manifest, route a Codex worker, run quality gates, approve release, deploy a sandbox preview, and record evidence.</a:t>
            </a:r>
          </a:p>
        </p:txBody>
      </p:sp>
      <p:sp>
        <p:nvSpPr>
          <p:cNvPr id="181" name="Google Shape;181;p3">
            <a:extLst xmlns:a="http://schemas.openxmlformats.org/drawingml/2006/main">
              <a:ext uri="{FF2B5EF4-FFF2-40B4-BE49-F238E27FC236}">
                <a16:creationId xmlns:a16="http://schemas.microsoft.com/office/drawing/2014/main" id="{811ADA18-AE7C-4A3E-95F7-6195BE93D022}"/>
              </a:ext>
            </a:extLst>
          </p:cNvPr>
          <p:cNvSpPr>
            <a:spLocks xmlns:a="http://schemas.openxmlformats.org/drawingml/2006/main" noGrp="1"/>
          </p:cNvSpPr>
          <p:nvPr/>
        </p:nvSpPr>
        <p:spPr>
          <a:xfrm xmlns:a="http://schemas.openxmlformats.org/drawingml/2006/main">
            <a:off x="0" y="2721889"/>
            <a:ext cx="12179400" cy="39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indent="0" algn="l">
              <a:spcBef>
                <a:spcPts val="0"/>
              </a:spcBef>
              <a:spcAft>
                <a:spcPts val="0"/>
              </a:spcAft>
              <a:buNone/>
            </a:pPr>
            <a:r>
              <a:t/>
            </a:r>
          </a:p>
        </p:txBody>
      </p:sp>
    </p:spTree>
    <p:extLst>
      <p:ext uri="{BB962C8B-B14F-4D97-AF65-F5344CB8AC3E}">
        <p14:creationId xmlns:p14="http://schemas.microsoft.com/office/powerpoint/2010/main" val="177929232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6" name="Google Shape;186;p4">
            <a:extLst xmlns:a="http://schemas.openxmlformats.org/drawingml/2006/main">
              <a:ext uri="{FF2B5EF4-FFF2-40B4-BE49-F238E27FC236}">
                <a16:creationId xmlns:a16="http://schemas.microsoft.com/office/drawing/2014/main" id="{27BF8432-6BF5-4310-BBC8-35116F8CFFF5}"/>
              </a:ext>
            </a:extLst>
          </p:cNvPr>
          <p:cNvSpPr>
            <a:spLocks xmlns:a="http://schemas.openxmlformats.org/drawingml/2006/main" noGrp="1"/>
          </p:cNvSpPr>
          <p:nvPr/>
        </p:nvSpPr>
        <p:spPr>
          <a:xfrm xmlns:a="http://schemas.openxmlformats.org/drawingml/2006/main">
            <a:off x="259203" y="360000"/>
            <a:ext cx="9000000" cy="499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indent="0" algn="l">
              <a:lnSpc>
                <a:spcPct val="100000"/>
              </a:lnSpc>
              <a:spcBef>
                <a:spcPts val="0"/>
              </a:spcBef>
              <a:spcAft>
                <a:spcPts val="0"/>
              </a:spcAft>
              <a:buNone/>
            </a:pPr>
            <a:r>
              <a:rPr sz="3000" b="1" i="0" u="none" cap="none">
                <a:solidFill>
                  <a:schemeClr val="dk1"/>
                </a:solidFill>
                <a:latin typeface="Arial"/>
                <a:ea typeface="Arial"/>
                <a:cs typeface="Arial"/>
              </a:rPr>
              <a:t>Workflow, impact and technologies used</a:t>
            </a:r>
          </a:p>
        </p:txBody>
      </p:sp>
      <p:sp>
        <p:nvSpPr>
          <p:cNvPr id="187" name="Google Shape;187;p4">
            <a:extLst xmlns:a="http://schemas.openxmlformats.org/drawingml/2006/main">
              <a:ext uri="{FF2B5EF4-FFF2-40B4-BE49-F238E27FC236}">
                <a16:creationId xmlns:a16="http://schemas.microsoft.com/office/drawing/2014/main" id="{2BA46CA4-E447-4C31-A74A-EA20E0A17A4F}"/>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r">
              <a:lnSpc>
                <a:spcPct val="100000"/>
              </a:lnSpc>
              <a:spcBef>
                <a:spcPts val="0"/>
              </a:spcBef>
              <a:spcAft>
                <a:spcPts val="0"/>
              </a:spcAft>
              <a:buNone/>
            </a:pPr>
            <a:fld id="{202359C0-8A7A-196E-DD58-8E6569619F09}" type="slidenum">
              <a:t>3</a:t>
            </a:fld>
          </a:p>
        </p:txBody>
      </p:sp>
      <p:graphicFrame>
        <p:nvGraphicFramePr>
          <p:cNvPr id="195" name="Google Shape;188;p4"/>
          <p:cNvGraphicFramePr/>
          <p:nvPr/>
        </p:nvGraphicFramePr>
        <p:xfrm>
          <a:off xmlns:a="http://schemas.openxmlformats.org/drawingml/2006/main" x="259199" y="1196186"/>
          <a:ext xmlns:a="http://schemas.openxmlformats.org/drawingml/2006/main" cx="3000000" cy="3000000"/>
        </p:xfrm>
        <a:graphic xmlns:a="http://schemas.openxmlformats.org/drawingml/2006/main">
          <a:graphicData uri="http://schemas.openxmlformats.org/drawingml/2006/table">
            <a:tbl>
              <a:tblPr>
                <a:tableStyleId>{D7072550-EF59-46E0-827C-C5B7B6B1D680}</a:tableStyleId>
              </a:tblPr>
              <a:tblGrid>
                <a:gridCol w="2377850"/>
                <a:gridCol w="2761375"/>
              </a:tblGrid>
              <a:tr h="1212025">
                <a:tc>
                  <a:txBody>
                    <a:bodyPr/>
                    <a:lstStyle/>
                    <a:p>
                      <a:pPr marL="0" indent="0" algn="l">
                        <a:lnSpc>
                          <a:spcPct val="115000"/>
                        </a:lnSpc>
                        <a:buNone/>
                      </a:pPr>
                      <a:r>
                        <a:rPr sz="1700" b="1" i="0" u="none" cap="none">
                          <a:solidFill>
                            <a:srgbClr val="FFFFFF"/>
                          </a:solidFill>
                          <a:latin typeface="Arial"/>
                          <a:ea typeface="Arial"/>
                          <a:cs typeface="Arial"/>
                        </a:rPr>
                        <a:t>End-user</a:t>
                      </a:r>
                    </a:p>
                  </a:txBody>
                  <a:tcPr marL="91450" marR="91450" marT="45725" marB="45725" anchor="ctr">
                    <a:lnL w="12700" cmpd="sng">
                      <a:solidFill>
                        <a:srgbClr val="32C4F3"/>
                      </a:solidFill>
                      <a:prstDash val="solid"/>
                    </a:lnL>
                    <a:lnR w="12700" cmpd="sng">
                      <a:solidFill>
                        <a:srgbClr val="FFFFFF"/>
                      </a:solidFill>
                      <a:prstDash val="solid"/>
                    </a:lnR>
                    <a:lnT w="12700" cmpd="sng">
                      <a:solidFill>
                        <a:srgbClr val="32C4F3"/>
                      </a:solidFill>
                      <a:prstDash val="solid"/>
                    </a:lnT>
                    <a:lnB w="19375" cmpd="sng">
                      <a:solidFill>
                        <a:srgbClr val="DFE3E3"/>
                      </a:solidFill>
                      <a:prstDash val="solid"/>
                    </a:lnB>
                    <a:solidFill>
                      <a:srgbClr val="0BA2B3"/>
                    </a:solidFill>
                  </a:tcPr>
                </a:tc>
                <a:tc>
                  <a:txBody>
                    <a:bodyPr/>
                    <a:lstStyle/>
                    <a:p>
                      <a:pPr marL="0" indent="0" algn="l">
                        <a:lnSpc>
                          <a:spcPct val="115000"/>
                        </a:lnSpc>
                        <a:buNone/>
                      </a:pPr>
                      <a:r>
                        <a:rPr sz="1700"/>
                        <a:t>Revenue ops, CX leaders, app owners</a:t>
                      </a:r>
                    </a:p>
                  </a:txBody>
                  <a:tcPr marL="91450" marR="91450" marT="45725" marB="45725" anchor="ctr">
                    <a:lnL w="12700" cmpd="sng">
                      <a:solidFill>
                        <a:srgbClr val="FFFFFF"/>
                      </a:solidFill>
                      <a:prstDash val="solid"/>
                    </a:lnL>
                    <a:lnR w="12700" cmpd="sng">
                      <a:solidFill>
                        <a:srgbClr val="32C4F3"/>
                      </a:solidFill>
                      <a:prstDash val="solid"/>
                    </a:lnR>
                    <a:lnT w="12700" cmpd="sng">
                      <a:solidFill>
                        <a:srgbClr val="32C4F3"/>
                      </a:solidFill>
                      <a:prstDash val="solid"/>
                    </a:lnT>
                    <a:lnB w="19375" cmpd="sng">
                      <a:solidFill>
                        <a:srgbClr val="DFE3E3"/>
                      </a:solidFill>
                      <a:prstDash val="solid"/>
                    </a:lnB>
                    <a:solidFill>
                      <a:srgbClr val="0BA2B3"/>
                    </a:solidFill>
                  </a:tcPr>
                </a:tc>
              </a:tr>
              <a:tr h="1212025">
                <a:tc>
                  <a:txBody>
                    <a:bodyPr/>
                    <a:lstStyle/>
                    <a:p>
                      <a:pPr marL="0" indent="0" algn="l">
                        <a:lnSpc>
                          <a:spcPct val="115000"/>
                        </a:lnSpc>
                        <a:buNone/>
                      </a:pPr>
                      <a:r>
                        <a:rPr sz="1700" b="1" i="0" u="none" cap="none">
                          <a:solidFill>
                            <a:srgbClr val="FFFFFF"/>
                          </a:solidFill>
                          <a:latin typeface="Arial"/>
                          <a:ea typeface="Arial"/>
                          <a:cs typeface="Arial"/>
                        </a:rPr>
                        <a:t>Workflow</a:t>
                      </a:r>
                    </a:p>
                  </a:txBody>
                  <a:tcPr marL="91450" marR="91450" marT="45725" marB="45725" anchor="ctr">
                    <a:lnL w="12700" cmpd="sng">
                      <a:solidFill>
                        <a:srgbClr val="32C4F3"/>
                      </a:solidFill>
                      <a:prstDash val="solid"/>
                    </a:lnL>
                    <a:lnR w="12700" cmpd="sng">
                      <a:solidFill>
                        <a:srgbClr val="FFFFFF"/>
                      </a:solidFill>
                      <a:prstDash val="solid"/>
                    </a:lnR>
                    <a:lnT w="19375" cmpd="sng">
                      <a:solidFill>
                        <a:srgbClr val="DFE3E3"/>
                      </a:solidFill>
                      <a:prstDash val="solid"/>
                    </a:lnT>
                    <a:lnB w="19375" cmpd="sng">
                      <a:solidFill>
                        <a:srgbClr val="DFE3E3"/>
                      </a:solidFill>
                      <a:prstDash val="solid"/>
                    </a:lnB>
                    <a:solidFill>
                      <a:srgbClr val="0BA2B3"/>
                    </a:solidFill>
                  </a:tcPr>
                </a:tc>
                <a:tc>
                  <a:txBody>
                    <a:bodyPr/>
                    <a:lstStyle/>
                    <a:p>
                      <a:pPr marL="0" indent="0" algn="l">
                        <a:lnSpc>
                          <a:spcPct val="115000"/>
                        </a:lnSpc>
                        <a:buNone/>
                      </a:pPr>
                      <a:r>
                        <a:rPr sz="1700"/>
                        <a:t>Request -&gt; approve -&gt; build -&gt; test -&gt; release</a:t>
                      </a:r>
                    </a:p>
                  </a:txBody>
                  <a:tcPr marL="91450" marR="91450" marT="45725" marB="45725" anchor="ctr">
                    <a:lnL w="12700" cmpd="sng">
                      <a:solidFill>
                        <a:srgbClr val="FFFFFF"/>
                      </a:solidFill>
                      <a:prstDash val="solid"/>
                    </a:lnL>
                    <a:lnR w="12700" cmpd="sng">
                      <a:solidFill>
                        <a:srgbClr val="32C4F3"/>
                      </a:solidFill>
                      <a:prstDash val="solid"/>
                    </a:lnR>
                    <a:lnT w="19375" cmpd="sng">
                      <a:solidFill>
                        <a:srgbClr val="DFE3E3"/>
                      </a:solidFill>
                      <a:prstDash val="solid"/>
                    </a:lnT>
                    <a:lnB w="19375" cmpd="sng">
                      <a:solidFill>
                        <a:srgbClr val="DFE3E3"/>
                      </a:solidFill>
                      <a:prstDash val="solid"/>
                    </a:lnB>
                    <a:solidFill>
                      <a:srgbClr val="0BA2B3"/>
                    </a:solidFill>
                  </a:tcPr>
                </a:tc>
              </a:tr>
              <a:tr h="920650">
                <a:tc>
                  <a:txBody>
                    <a:bodyPr/>
                    <a:lstStyle/>
                    <a:p>
                      <a:pPr marL="0" indent="0" algn="l">
                        <a:lnSpc>
                          <a:spcPct val="115000"/>
                        </a:lnSpc>
                        <a:buNone/>
                      </a:pPr>
                      <a:r>
                        <a:rPr sz="1700" b="1" i="0" u="none" cap="none">
                          <a:solidFill>
                            <a:srgbClr val="FFFFFF"/>
                          </a:solidFill>
                          <a:latin typeface="Arial"/>
                          <a:ea typeface="Arial"/>
                          <a:cs typeface="Arial"/>
                        </a:rPr>
                        <a:t>UiPath products</a:t>
                      </a:r>
                    </a:p>
                  </a:txBody>
                  <a:tcPr marL="91450" marR="91450" marT="45725" marB="45725" anchor="ctr">
                    <a:lnL w="12700" cmpd="sng">
                      <a:solidFill>
                        <a:srgbClr val="32C4F3"/>
                      </a:solidFill>
                      <a:prstDash val="solid"/>
                    </a:lnL>
                    <a:lnR w="12700" cmpd="sng">
                      <a:solidFill>
                        <a:srgbClr val="FFFFFF"/>
                      </a:solidFill>
                      <a:prstDash val="solid"/>
                    </a:lnR>
                    <a:lnT w="19375" cmpd="sng">
                      <a:solidFill>
                        <a:srgbClr val="DFE3E3"/>
                      </a:solidFill>
                      <a:prstDash val="solid"/>
                    </a:lnT>
                    <a:lnB w="19375" cmpd="sng">
                      <a:solidFill>
                        <a:srgbClr val="DFE3E3"/>
                      </a:solidFill>
                      <a:prstDash val="solid"/>
                    </a:lnB>
                    <a:solidFill>
                      <a:srgbClr val="0BA2B3"/>
                    </a:solidFill>
                  </a:tcPr>
                </a:tc>
                <a:tc>
                  <a:txBody>
                    <a:bodyPr/>
                    <a:lstStyle/>
                    <a:p>
                      <a:pPr marL="0" indent="0" algn="l">
                        <a:lnSpc>
                          <a:spcPct val="115000"/>
                        </a:lnSpc>
                        <a:buNone/>
                      </a:pPr>
                      <a:r>
                        <a:rPr sz="1700"/>
                        <a:t>Maestro, Agents, Action Center, API Workflows, Data Service</a:t>
                      </a:r>
                    </a:p>
                  </a:txBody>
                  <a:tcPr marL="91450" marR="91450" marT="45725" marB="45725" anchor="ctr">
                    <a:lnL w="12700" cmpd="sng">
                      <a:solidFill>
                        <a:srgbClr val="FFFFFF"/>
                      </a:solidFill>
                      <a:prstDash val="solid"/>
                    </a:lnL>
                    <a:lnR w="12700" cmpd="sng">
                      <a:solidFill>
                        <a:srgbClr val="32C4F3"/>
                      </a:solidFill>
                      <a:prstDash val="solid"/>
                    </a:lnR>
                    <a:lnT w="19375" cmpd="sng">
                      <a:solidFill>
                        <a:srgbClr val="DFE3E3"/>
                      </a:solidFill>
                      <a:prstDash val="solid"/>
                    </a:lnT>
                    <a:lnB w="19375" cmpd="sng">
                      <a:solidFill>
                        <a:srgbClr val="DFE3E3"/>
                      </a:solidFill>
                      <a:prstDash val="solid"/>
                    </a:lnB>
                    <a:solidFill>
                      <a:srgbClr val="0BA2B3"/>
                    </a:solidFill>
                  </a:tcPr>
                </a:tc>
              </a:tr>
              <a:tr h="920650">
                <a:tc>
                  <a:txBody>
                    <a:bodyPr/>
                    <a:lstStyle/>
                    <a:p>
                      <a:pPr marL="0" indent="0" algn="l">
                        <a:lnSpc>
                          <a:spcPct val="115000"/>
                        </a:lnSpc>
                        <a:buNone/>
                      </a:pPr>
                      <a:r>
                        <a:rPr sz="1700" b="1" i="0" u="none" cap="none">
                          <a:solidFill>
                            <a:srgbClr val="FFFFFF"/>
                          </a:solidFill>
                          <a:latin typeface="Arial"/>
                          <a:ea typeface="Arial"/>
                          <a:cs typeface="Arial"/>
                        </a:rPr>
                        <a:t>Agent type</a:t>
                      </a:r>
                    </a:p>
                  </a:txBody>
                  <a:tcPr marL="91450" marR="91450" marT="45725" marB="45725" anchor="ctr">
                    <a:lnL w="12700" cmpd="sng">
                      <a:solidFill>
                        <a:srgbClr val="32C4F3"/>
                      </a:solidFill>
                      <a:prstDash val="solid"/>
                    </a:lnL>
                    <a:lnR w="12700" cmpd="sng">
                      <a:solidFill>
                        <a:srgbClr val="FFFFFF"/>
                      </a:solidFill>
                      <a:prstDash val="solid"/>
                    </a:lnR>
                    <a:lnT w="19375" cmpd="sng">
                      <a:solidFill>
                        <a:srgbClr val="DFE3E3"/>
                      </a:solidFill>
                      <a:prstDash val="solid"/>
                    </a:lnT>
                    <a:lnB w="19375" cmpd="sng">
                      <a:solidFill>
                        <a:srgbClr val="DFE3E3"/>
                      </a:solidFill>
                      <a:prstDash val="solid"/>
                    </a:lnB>
                    <a:solidFill>
                      <a:srgbClr val="0BA2B3"/>
                    </a:solidFill>
                  </a:tcPr>
                </a:tc>
                <a:tc>
                  <a:txBody>
                    <a:bodyPr/>
                    <a:lstStyle/>
                    <a:p>
                      <a:pPr marL="0" indent="0" algn="l">
                        <a:lnSpc>
                          <a:spcPct val="115000"/>
                        </a:lnSpc>
                        <a:buNone/>
                      </a:pPr>
                      <a:r>
                        <a:rPr sz="1700"/>
                        <a:t>Both: low-code agents + coded runtime</a:t>
                      </a:r>
                    </a:p>
                  </a:txBody>
                  <a:tcPr marL="91450" marR="91450" marT="45725" marB="45725" anchor="ctr">
                    <a:lnL w="12700" cmpd="sng">
                      <a:solidFill>
                        <a:srgbClr val="FFFFFF"/>
                      </a:solidFill>
                      <a:prstDash val="solid"/>
                    </a:lnL>
                    <a:lnR w="12700" cmpd="sng">
                      <a:solidFill>
                        <a:srgbClr val="32C4F3"/>
                      </a:solidFill>
                      <a:prstDash val="solid"/>
                    </a:lnR>
                    <a:lnT w="19375" cmpd="sng">
                      <a:solidFill>
                        <a:srgbClr val="DFE3E3"/>
                      </a:solidFill>
                      <a:prstDash val="solid"/>
                    </a:lnT>
                    <a:lnB w="19375" cmpd="sng">
                      <a:solidFill>
                        <a:srgbClr val="DFE3E3"/>
                      </a:solidFill>
                      <a:prstDash val="solid"/>
                    </a:lnB>
                    <a:solidFill>
                      <a:srgbClr val="0BA2B3"/>
                    </a:solidFill>
                  </a:tcPr>
                </a:tc>
              </a:tr>
              <a:tr h="1172350">
                <a:tc>
                  <a:txBody>
                    <a:bodyPr/>
                    <a:lstStyle/>
                    <a:p>
                      <a:pPr marL="0" indent="0" algn="l">
                        <a:lnSpc>
                          <a:spcPct val="115000"/>
                        </a:lnSpc>
                        <a:buNone/>
                      </a:pPr>
                      <a:r>
                        <a:rPr sz="1700" b="1" i="0" u="none" cap="none">
                          <a:solidFill>
                            <a:srgbClr val="FFFFFF"/>
                          </a:solidFill>
                          <a:latin typeface="Arial"/>
                          <a:ea typeface="Arial"/>
                          <a:cs typeface="Arial"/>
                        </a:rPr>
                        <a:t>Other technologies</a:t>
                      </a:r>
                    </a:p>
                  </a:txBody>
                  <a:tcPr marL="91450" marR="91450" marT="45725" marB="45725" anchor="ctr">
                    <a:lnL w="12700" cmpd="sng">
                      <a:solidFill>
                        <a:srgbClr val="32C4F3"/>
                      </a:solidFill>
                      <a:prstDash val="solid"/>
                    </a:lnL>
                    <a:lnR w="12700" cmpd="sng">
                      <a:solidFill>
                        <a:srgbClr val="FFFFFF"/>
                      </a:solidFill>
                      <a:prstDash val="solid"/>
                    </a:lnR>
                    <a:lnT w="19375" cmpd="sng">
                      <a:solidFill>
                        <a:srgbClr val="DFE3E3"/>
                      </a:solidFill>
                      <a:prstDash val="solid"/>
                    </a:lnT>
                    <a:lnB w="12700" cmpd="sng">
                      <a:solidFill>
                        <a:srgbClr val="32C4F3"/>
                      </a:solidFill>
                      <a:prstDash val="solid"/>
                    </a:lnB>
                    <a:solidFill>
                      <a:srgbClr val="0BA2B3"/>
                    </a:solidFill>
                  </a:tcPr>
                </a:tc>
                <a:tc>
                  <a:txBody>
                    <a:bodyPr/>
                    <a:lstStyle/>
                    <a:p>
                      <a:pPr marL="0" indent="0" algn="l">
                        <a:lnSpc>
                          <a:spcPct val="115000"/>
                        </a:lnSpc>
                        <a:buNone/>
                      </a:pPr>
                      <a:r>
                        <a:rPr sz="1700"/>
                        <a:t>React, TypeScript, Node, Codex, Fireworks</a:t>
                      </a:r>
                    </a:p>
                  </a:txBody>
                  <a:tcPr marL="91450" marR="91450" marT="45725" marB="45725" anchor="ctr">
                    <a:lnL w="12700" cmpd="sng">
                      <a:solidFill>
                        <a:srgbClr val="FFFFFF"/>
                      </a:solidFill>
                      <a:prstDash val="solid"/>
                    </a:lnL>
                    <a:lnR w="12700" cmpd="sng">
                      <a:solidFill>
                        <a:srgbClr val="32C4F3"/>
                      </a:solidFill>
                      <a:prstDash val="solid"/>
                    </a:lnR>
                    <a:lnT w="19375" cmpd="sng">
                      <a:solidFill>
                        <a:srgbClr val="DFE3E3"/>
                      </a:solidFill>
                      <a:prstDash val="solid"/>
                    </a:lnT>
                    <a:lnB w="12700" cmpd="sng">
                      <a:solidFill>
                        <a:srgbClr val="32C4F3"/>
                      </a:solidFill>
                      <a:prstDash val="solid"/>
                    </a:lnB>
                    <a:solidFill>
                      <a:srgbClr val="0BA2B3"/>
                    </a:solidFill>
                  </a:tcPr>
                </a:tc>
              </a:tr>
            </a:tbl>
          </a:graphicData>
        </a:graphic>
      </p:graphicFrame>
      <p:sp>
        <p:nvSpPr>
          <p:cNvPr id="189" name="Google Shape;189;p4">
            <a:extLst xmlns:a="http://schemas.openxmlformats.org/drawingml/2006/main">
              <a:ext uri="{FF2B5EF4-FFF2-40B4-BE49-F238E27FC236}">
                <a16:creationId xmlns:a16="http://schemas.microsoft.com/office/drawing/2014/main" id="{06F6DD4B-1715-4866-A35D-91CA03B8904D}"/>
              </a:ext>
            </a:extLst>
          </p:cNvPr>
          <p:cNvSpPr>
            <a:spLocks xmlns:a="http://schemas.openxmlformats.org/drawingml/2006/main" noGrp="1"/>
          </p:cNvSpPr>
          <p:nvPr/>
        </p:nvSpPr>
        <p:spPr>
          <a:xfrm xmlns:a="http://schemas.openxmlformats.org/drawingml/2006/main">
            <a:off x="359999" y="859929"/>
            <a:ext cx="10398300" cy="6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800" b="0" i="0" u="none" cap="none">
                <a:solidFill>
                  <a:srgbClr val="000000"/>
                </a:solidFill>
                <a:latin typeface="Times New Roman"/>
                <a:ea typeface="Times New Roman"/>
                <a:cs typeface="Times New Roman"/>
              </a:rPr>
              <a:t> </a:t>
            </a:r>
          </a:p>
          <a:p xmlns:a="http://schemas.openxmlformats.org/drawingml/2006/main">
            <a:pPr marL="0" indent="0" algn="l">
              <a:lnSpc>
                <a:spcPct val="100000"/>
              </a:lnSpc>
              <a:spcBef>
                <a:spcPts val="0"/>
              </a:spcBef>
              <a:spcAft>
                <a:spcPts val="0"/>
              </a:spcAft>
              <a:buNone/>
            </a:pPr>
            <a:r>
              <a:t/>
            </a:r>
          </a:p>
        </p:txBody>
      </p:sp>
      <p:sp>
        <p:nvSpPr>
          <p:cNvPr id="190" name="Google Shape;190;p4">
            <a:extLst xmlns:a="http://schemas.openxmlformats.org/drawingml/2006/main">
              <a:ext uri="{FF2B5EF4-FFF2-40B4-BE49-F238E27FC236}">
                <a16:creationId xmlns:a16="http://schemas.microsoft.com/office/drawing/2014/main" id="{AB48FC71-B2B6-4893-A8E5-E8254A709A1C}"/>
              </a:ext>
            </a:extLst>
          </p:cNvPr>
          <p:cNvSpPr>
            <a:spLocks xmlns:a="http://schemas.openxmlformats.org/drawingml/2006/main" noGrp="1"/>
          </p:cNvSpPr>
          <p:nvPr/>
        </p:nvSpPr>
        <p:spPr>
          <a:xfrm xmlns:a="http://schemas.openxmlformats.org/drawingml/2006/main">
            <a:off x="6438691" y="1016651"/>
            <a:ext cx="5497800" cy="48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p xmlns:a="http://schemas.openxmlformats.org/drawingml/2006/main">
            <a:pPr marL="0" indent="0" algn="l">
              <a:lnSpc>
                <a:spcPct val="90000"/>
              </a:lnSpc>
              <a:spcBef>
                <a:spcPts val="0"/>
              </a:spcBef>
              <a:spcAft>
                <a:spcPts val="0"/>
              </a:spcAft>
              <a:buNone/>
            </a:pPr>
            <a:r>
              <a:rPr sz="2100" b="1" i="0" u="none" cap="none">
                <a:solidFill>
                  <a:schemeClr val="dk1"/>
                </a:solidFill>
                <a:latin typeface="Arial"/>
                <a:ea typeface="Arial"/>
                <a:cs typeface="Arial"/>
              </a:rPr>
              <a:t>Benefits, impact and outcomes</a:t>
            </a:r>
          </a:p>
        </p:txBody>
      </p:sp>
      <p:sp>
        <p:nvSpPr>
          <p:cNvPr id="191" name="Google Shape;191;p4">
            <a:extLst xmlns:a="http://schemas.openxmlformats.org/drawingml/2006/main">
              <a:ext uri="{FF2B5EF4-FFF2-40B4-BE49-F238E27FC236}">
                <a16:creationId xmlns:a16="http://schemas.microsoft.com/office/drawing/2014/main" id="{1866E36F-42E2-4CB4-BB1E-0F940623798C}"/>
              </a:ext>
            </a:extLst>
          </p:cNvPr>
          <p:cNvSpPr>
            <a:spLocks xmlns:a="http://schemas.openxmlformats.org/drawingml/2006/main" noGrp="1"/>
          </p:cNvSpPr>
          <p:nvPr/>
        </p:nvSpPr>
        <p:spPr>
          <a:xfrm xmlns:a="http://schemas.openxmlformats.org/drawingml/2006/main">
            <a:off x="6302301" y="1779735"/>
            <a:ext cx="5500500" cy="442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457200" indent="-342900" algn="l">
              <a:lnSpc>
                <a:spcPct val="150000"/>
              </a:lnSpc>
              <a:spcBef>
                <a:spcPts val="1200"/>
              </a:spcBef>
              <a:spcAft>
                <a:spcPts val="0"/>
              </a:spcAft>
              <a:buChar char="●"/>
            </a:pPr>
            <a:r>
              <a:rPr sz="1800">
                <a:solidFill>
                  <a:srgbClr val="1D1D1F"/>
                </a:solidFill>
                <a:highlight>
                  <a:srgbClr val="FFFFFF"/>
                </a:highlight>
              </a:rPr>
              <a:t>Governed internal app delivery.</a:t>
            </a:r>
          </a:p>
          <a:p xmlns:a="http://schemas.openxmlformats.org/drawingml/2006/main">
            <a:pPr marL="457200" indent="-342900" algn="l">
              <a:lnSpc>
                <a:spcPct val="150000"/>
              </a:lnSpc>
              <a:spcBef>
                <a:spcPts val="0"/>
              </a:spcBef>
              <a:spcAft>
                <a:spcPts val="0"/>
              </a:spcAft>
              <a:buChar char="●"/>
            </a:pPr>
            <a:r>
              <a:rPr sz="1800">
                <a:solidFill>
                  <a:srgbClr val="1D1D1F"/>
                </a:solidFill>
                <a:highlight>
                  <a:srgbClr val="FFFFFF"/>
                </a:highlight>
              </a:rPr>
              <a:t>Constrained manifest before Codex runs.</a:t>
            </a:r>
          </a:p>
          <a:p xmlns:a="http://schemas.openxmlformats.org/drawingml/2006/main">
            <a:pPr marL="457200" indent="-342900" algn="l">
              <a:lnSpc>
                <a:spcPct val="150000"/>
              </a:lnSpc>
              <a:spcBef>
                <a:spcPts val="0"/>
              </a:spcBef>
              <a:spcAft>
                <a:spcPts val="0"/>
              </a:spcAft>
              <a:buChar char="●"/>
            </a:pPr>
            <a:r>
              <a:rPr sz="1800">
                <a:solidFill>
                  <a:srgbClr val="1D1D1F"/>
                </a:solidFill>
                <a:highlight>
                  <a:srgbClr val="FFFFFF"/>
                </a:highlight>
              </a:rPr>
              <a:t>Human approvals for scope and release.</a:t>
            </a:r>
          </a:p>
          <a:p xmlns:a="http://schemas.openxmlformats.org/drawingml/2006/main">
            <a:pPr marL="457200" indent="-342900" algn="l">
              <a:lnSpc>
                <a:spcPct val="150000"/>
              </a:lnSpc>
              <a:spcBef>
                <a:spcPts val="0"/>
              </a:spcBef>
              <a:spcAft>
                <a:spcPts val="0"/>
              </a:spcAft>
              <a:buChar char="●"/>
            </a:pPr>
            <a:r>
              <a:rPr sz="1800">
                <a:solidFill>
                  <a:srgbClr val="1D1D1F"/>
                </a:solidFill>
                <a:highlight>
                  <a:srgbClr val="FFFFFF"/>
                </a:highlight>
              </a:rPr>
              <a:t>Masked Customer360 sandbox preview.</a:t>
            </a:r>
          </a:p>
          <a:p xmlns:a="http://schemas.openxmlformats.org/drawingml/2006/main">
            <a:pPr marL="457200" indent="0" algn="l">
              <a:lnSpc>
                <a:spcPct val="122222"/>
              </a:lnSpc>
              <a:spcBef>
                <a:spcPts val="1200"/>
              </a:spcBef>
              <a:spcAft>
                <a:spcPts val="0"/>
              </a:spcAft>
              <a:buNone/>
            </a:pPr>
            <a:r>
              <a:t>Tests, audit timeline, platform evidence, and worker contract.</a:t>
            </a:r>
          </a:p>
        </p:txBody>
      </p:sp>
    </p:spTree>
    <p:extLst>
      <p:ext uri="{BB962C8B-B14F-4D97-AF65-F5344CB8AC3E}">
        <p14:creationId xmlns:p14="http://schemas.microsoft.com/office/powerpoint/2010/main" val="26256514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6" name="Google Shape;196;p5">
            <a:extLst xmlns:a="http://schemas.openxmlformats.org/drawingml/2006/main">
              <a:ext uri="{FF2B5EF4-FFF2-40B4-BE49-F238E27FC236}">
                <a16:creationId xmlns:a16="http://schemas.microsoft.com/office/drawing/2014/main" id="{1638067C-DFD1-4778-96E3-C559170F3F72}"/>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r">
              <a:lnSpc>
                <a:spcPct val="100000"/>
              </a:lnSpc>
              <a:spcBef>
                <a:spcPts val="0"/>
              </a:spcBef>
              <a:spcAft>
                <a:spcPts val="0"/>
              </a:spcAft>
              <a:buNone/>
            </a:pPr>
            <a:fld id="{EFD6AB9A-5F9E-5F59-51AB-3C8734130965}" type="slidenum">
              <a:t>4</a:t>
            </a:fld>
          </a:p>
        </p:txBody>
      </p:sp>
      <p:sp>
        <p:nvSpPr>
          <p:cNvPr id="197" name="Google Shape;197;p5">
            <a:extLst xmlns:a="http://schemas.openxmlformats.org/drawingml/2006/main">
              <a:ext uri="{FF2B5EF4-FFF2-40B4-BE49-F238E27FC236}">
                <a16:creationId xmlns:a16="http://schemas.microsoft.com/office/drawing/2014/main" id="{4D0CB0CA-FCEE-411F-93C1-A53DAB38898F}"/>
              </a:ext>
            </a:extLst>
          </p:cNvPr>
          <p:cNvSpPr>
            <a:spLocks xmlns:a="http://schemas.openxmlformats.org/drawingml/2006/main" noGrp="1"/>
          </p:cNvSpPr>
          <p:nvPr/>
        </p:nvSpPr>
        <p:spPr>
          <a:xfrm xmlns:a="http://schemas.openxmlformats.org/drawingml/2006/main">
            <a:off x="359999" y="859929"/>
            <a:ext cx="10398312" cy="64633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800" b="0" i="0" u="none" cap="none">
                <a:solidFill>
                  <a:srgbClr val="000000"/>
                </a:solidFill>
                <a:latin typeface="Times New Roman"/>
                <a:ea typeface="Times New Roman"/>
                <a:cs typeface="Times New Roman"/>
              </a:rPr>
              <a:t> </a:t>
            </a:r>
          </a:p>
          <a:p xmlns:a="http://schemas.openxmlformats.org/drawingml/2006/main">
            <a:pPr marL="0" indent="0" algn="l">
              <a:lnSpc>
                <a:spcPct val="100000"/>
              </a:lnSpc>
              <a:spcBef>
                <a:spcPts val="0"/>
              </a:spcBef>
              <a:spcAft>
                <a:spcPts val="0"/>
              </a:spcAft>
              <a:buNone/>
            </a:pPr>
            <a:r>
              <a:t/>
            </a:r>
          </a:p>
        </p:txBody>
      </p:sp>
      <p:sp>
        <p:nvSpPr>
          <p:cNvPr id="198" name="Google Shape;198;p5">
            <a:extLst xmlns:a="http://schemas.openxmlformats.org/drawingml/2006/main">
              <a:ext uri="{FF2B5EF4-FFF2-40B4-BE49-F238E27FC236}">
                <a16:creationId xmlns:a16="http://schemas.microsoft.com/office/drawing/2014/main" id="{42B6F69D-413D-4992-A76F-AD65D1C1CE62}"/>
              </a:ext>
            </a:extLst>
          </p:cNvPr>
          <p:cNvSpPr>
            <a:spLocks xmlns:a="http://schemas.openxmlformats.org/drawingml/2006/main" noGrp="1"/>
          </p:cNvSpPr>
          <p:nvPr/>
        </p:nvSpPr>
        <p:spPr>
          <a:xfrm xmlns:a="http://schemas.openxmlformats.org/drawingml/2006/main">
            <a:off x="359999" y="360000"/>
            <a:ext cx="900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indent="0" algn="l">
              <a:lnSpc>
                <a:spcPct val="100000"/>
              </a:lnSpc>
              <a:spcBef>
                <a:spcPts val="0"/>
              </a:spcBef>
              <a:spcAft>
                <a:spcPts val="0"/>
              </a:spcAft>
              <a:buNone/>
            </a:pPr>
            <a:r>
              <a:rPr sz="3000" b="1" i="0" u="none" cap="none">
                <a:solidFill>
                  <a:schemeClr val="dk1"/>
                </a:solidFill>
                <a:latin typeface="Arial"/>
                <a:ea typeface="Arial"/>
                <a:cs typeface="Arial"/>
              </a:rPr>
              <a:t>Solution architecture</a:t>
            </a:r>
          </a:p>
        </p:txBody>
      </p:sp>
      <p:sp>
        <p:nvSpPr>
          <p:cNvPr id="199" name="Google Shape;199;p5">
            <a:extLst xmlns:a="http://schemas.openxmlformats.org/drawingml/2006/main">
              <a:ext uri="{FF2B5EF4-FFF2-40B4-BE49-F238E27FC236}">
                <a16:creationId xmlns:a16="http://schemas.microsoft.com/office/drawing/2014/main" id="{C3CE5907-C842-4E13-BE54-6CEE2E7A3ED3}"/>
              </a:ext>
            </a:extLst>
          </p:cNvPr>
          <p:cNvSpPr>
            <a:spLocks xmlns:a="http://schemas.openxmlformats.org/drawingml/2006/main" noGrp="1"/>
          </p:cNvSpPr>
          <p:nvPr/>
        </p:nvSpPr>
        <p:spPr>
          <a:xfrm xmlns:a="http://schemas.openxmlformats.org/drawingml/2006/main">
            <a:off x="-1" y="1414435"/>
            <a:ext cx="11459400" cy="442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indent="0" algn="l">
              <a:lnSpc>
                <a:spcPct val="115000"/>
              </a:lnSpc>
              <a:spcBef>
                <a:spcPts val="0"/>
              </a:spcBef>
              <a:spcAft>
                <a:spcPts val="0"/>
              </a:spcAft>
              <a:buNone/>
            </a:pPr>
            <a:r>
              <a:t>1. Business request -&gt; Factory Console + API</a:t>
            </a:r>
          </a:p>
          <a:p xmlns:a="http://schemas.openxmlformats.org/drawingml/2006/main">
            <a:pPr marL="0" indent="0" algn="l">
              <a:lnSpc>
                <a:spcPct val="115000"/>
              </a:lnSpc>
              <a:spcBef>
                <a:spcPts val="0"/>
              </a:spcBef>
              <a:spcAft>
                <a:spcPts val="0"/>
              </a:spcAft>
              <a:buNone/>
            </a:pPr>
            <a:r>
              <a:rPr sz="2100">
                <a:solidFill>
                  <a:srgbClr val="1D1D1F"/>
                </a:solidFill>
                <a:highlight>
                  <a:srgbClr val="FFFFFF"/>
                </a:highlight>
              </a:rPr>
              <a:t>2. Maestro BPMN coordinates the lifecycle</a:t>
            </a:r>
          </a:p>
          <a:p xmlns:a="http://schemas.openxmlformats.org/drawingml/2006/main">
            <a:pPr marL="0" indent="0" algn="l">
              <a:lnSpc>
                <a:spcPct val="115000"/>
              </a:lnSpc>
              <a:spcBef>
                <a:spcPts val="0"/>
              </a:spcBef>
              <a:spcAft>
                <a:spcPts val="0"/>
              </a:spcAft>
              <a:buNone/>
            </a:pPr>
            <a:r>
              <a:t>3. UiPath Agents clarify, govern, plan, and summarize</a:t>
            </a:r>
          </a:p>
          <a:p xmlns:a="http://schemas.openxmlformats.org/drawingml/2006/main">
            <a:pPr marL="0" indent="0" algn="l">
              <a:lnSpc>
                <a:spcPct val="115000"/>
              </a:lnSpc>
              <a:spcBef>
                <a:spcPts val="0"/>
              </a:spcBef>
              <a:spcAft>
                <a:spcPts val="0"/>
              </a:spcAft>
              <a:buNone/>
            </a:pPr>
            <a:r>
              <a:rPr sz="2100">
                <a:solidFill>
                  <a:srgbClr val="1D1D1F"/>
                </a:solidFill>
                <a:highlight>
                  <a:srgbClr val="FFFFFF"/>
                </a:highlight>
              </a:rPr>
              <a:t>4. Action Center gates scope and release</a:t>
            </a:r>
          </a:p>
          <a:p xmlns:a="http://schemas.openxmlformats.org/drawingml/2006/main">
            <a:pPr marL="0" indent="0" algn="l">
              <a:lnSpc>
                <a:spcPct val="115000"/>
              </a:lnSpc>
              <a:spcBef>
                <a:spcPts val="0"/>
              </a:spcBef>
              <a:spcAft>
                <a:spcPts val="0"/>
              </a:spcAft>
              <a:buNone/>
            </a:pPr>
            <a:r>
              <a:rPr sz="2100">
                <a:solidFill>
                  <a:srgbClr val="1D1D1F"/>
                </a:solidFill>
                <a:highlight>
                  <a:srgbClr val="FFFFFF"/>
                </a:highlight>
              </a:rPr>
              <a:t>5. API Workflows hand off build, test, deployment, and evidence events</a:t>
            </a:r>
          </a:p>
          <a:p xmlns:a="http://schemas.openxmlformats.org/drawingml/2006/main">
            <a:pPr marL="0" indent="0" algn="l">
              <a:lnSpc>
                <a:spcPct val="115000"/>
              </a:lnSpc>
              <a:spcBef>
                <a:spcPts val="0"/>
              </a:spcBef>
              <a:spcAft>
                <a:spcPts val="0"/>
              </a:spcAft>
              <a:buNone/>
            </a:pPr>
            <a:r>
              <a:rPr sz="2100">
                <a:solidFill>
                  <a:srgbClr val="1D1D1F"/>
                </a:solidFill>
                <a:highlight>
                  <a:srgbClr val="FFFFFF"/>
                </a:highlight>
              </a:rPr>
              <a:t>6. Build Worker + Codex execute a bounded manifest</a:t>
            </a:r>
          </a:p>
          <a:p xmlns:a="http://schemas.openxmlformats.org/drawingml/2006/main">
            <a:pPr marL="0" indent="0" algn="l">
              <a:lnSpc>
                <a:spcPct val="115000"/>
              </a:lnSpc>
              <a:spcBef>
                <a:spcPts val="0"/>
              </a:spcBef>
              <a:spcAft>
                <a:spcPts val="0"/>
              </a:spcAft>
              <a:buNone/>
            </a:pPr>
            <a:r>
              <a:rPr sz="2100">
                <a:solidFill>
                  <a:srgbClr val="1D1D1F"/>
                </a:solidFill>
                <a:highlight>
                  <a:srgbClr val="FFFFFF"/>
                </a:highlight>
              </a:rPr>
              <a:t>7. Test Manager/Test Cloud records quality evidence</a:t>
            </a:r>
          </a:p>
          <a:p xmlns:a="http://schemas.openxmlformats.org/drawingml/2006/main">
            <a:pPr marL="0" indent="0" algn="l">
              <a:lnSpc>
                <a:spcPct val="115000"/>
              </a:lnSpc>
              <a:spcBef>
                <a:spcPts val="0"/>
              </a:spcBef>
              <a:spcAft>
                <a:spcPts val="0"/>
              </a:spcAft>
              <a:buNone/>
            </a:pPr>
            <a:r>
              <a:rPr sz="2100">
                <a:solidFill>
                  <a:srgbClr val="1D1D1F"/>
                </a:solidFill>
                <a:highlight>
                  <a:srgbClr val="FFFFFF"/>
                </a:highlight>
              </a:rPr>
              <a:t>8. Customer360 sandbox app closes with an evidence ledger</a:t>
            </a:r>
          </a:p>
          <a:p xmlns:a="http://schemas.openxmlformats.org/drawingml/2006/main">
            <a:pPr marL="0" indent="0" algn="l">
              <a:lnSpc>
                <a:spcPct val="115000"/>
              </a:lnSpc>
              <a:spcBef>
                <a:spcPts val="0"/>
              </a:spcBef>
              <a:spcAft>
                <a:spcPts val="0"/>
              </a:spcAft>
              <a:buNone/>
            </a:pPr>
            <a:r>
              <a:rPr sz="2100">
                <a:solidFill>
                  <a:srgbClr val="1D1D1F"/>
                </a:solidFill>
                <a:highlight>
                  <a:srgbClr val="FFFFFF"/>
                </a:highlight>
              </a:rPr>
              <a:t/>
            </a:r>
          </a:p>
          <a:p xmlns:a="http://schemas.openxmlformats.org/drawingml/2006/main">
            <a:pPr marL="0" indent="0" algn="l">
              <a:lnSpc>
                <a:spcPct val="115000"/>
              </a:lnSpc>
              <a:spcBef>
                <a:spcPts val="0"/>
              </a:spcBef>
              <a:spcAft>
                <a:spcPts val="0"/>
              </a:spcAft>
              <a:buNone/>
            </a:pPr>
            <a:r>
              <a:rPr sz="2100">
                <a:solidFill>
                  <a:srgbClr val="1D1D1F"/>
                </a:solidFill>
                <a:highlight>
                  <a:srgbClr val="FFFFFF"/>
                </a:highlight>
              </a:rPr>
              <a:t>GitHub Repo: https://github.com/AbhinavGupta707/Ui-Path-Agent-Factory</a:t>
            </a:r>
          </a:p>
        </p:txBody>
      </p:sp>
    </p:spTree>
    <p:extLst>
      <p:ext uri="{BB962C8B-B14F-4D97-AF65-F5344CB8AC3E}">
        <p14:creationId xmlns:p14="http://schemas.microsoft.com/office/powerpoint/2010/main" val="10046552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6" name="Google Shape;186;p4">
            <a:extLst xmlns:a="http://schemas.openxmlformats.org/drawingml/2006/main">
              <a:ext uri="{FF2B5EF4-FFF2-40B4-BE49-F238E27FC236}">
                <a16:creationId xmlns:a16="http://schemas.microsoft.com/office/drawing/2014/main" id="{27BF8432-6BF5-4310-BBC8-35116F8CFFF5}"/>
              </a:ext>
            </a:extLst>
          </p:cNvPr>
          <p:cNvSpPr>
            <a:spLocks xmlns:a="http://schemas.openxmlformats.org/drawingml/2006/main" noGrp="1"/>
          </p:cNvSpPr>
          <p:nvPr/>
        </p:nvSpPr>
        <p:spPr>
          <a:xfrm xmlns:a="http://schemas.openxmlformats.org/drawingml/2006/main">
            <a:off x="259203" y="360000"/>
            <a:ext cx="9000000" cy="499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indent="0" algn="l">
              <a:lnSpc>
                <a:spcPct val="100000"/>
              </a:lnSpc>
              <a:spcBef>
                <a:spcPts val="0"/>
              </a:spcBef>
              <a:spcAft>
                <a:spcPts val="0"/>
              </a:spcAft>
              <a:buNone/>
            </a:pPr>
            <a:r>
              <a:rPr sz="3000" b="1" i="0" u="none" cap="none">
                <a:solidFill>
                  <a:schemeClr val="dk1"/>
                </a:solidFill>
                <a:latin typeface="Arial"/>
                <a:ea typeface="Arial"/>
                <a:cs typeface="Arial"/>
              </a:rPr>
              <a:t>Setup instructions and judge path</a:t>
            </a:r>
          </a:p>
        </p:txBody>
      </p:sp>
      <p:sp>
        <p:nvSpPr>
          <p:cNvPr id="187" name="Google Shape;187;p4">
            <a:extLst xmlns:a="http://schemas.openxmlformats.org/drawingml/2006/main">
              <a:ext uri="{FF2B5EF4-FFF2-40B4-BE49-F238E27FC236}">
                <a16:creationId xmlns:a16="http://schemas.microsoft.com/office/drawing/2014/main" id="{2BA46CA4-E447-4C31-A74A-EA20E0A17A4F}"/>
              </a:ext>
            </a:extLst>
          </p:cNvPr>
          <p:cNvSpPr>
            <a:spLocks xmlns:a="http://schemas.openxmlformats.org/drawingml/2006/main" noGrp="1"/>
          </p:cNvSpPr>
          <p:nvPr>
            <p:ph type="sldNum" idx="12"/>
          </p:nvPr>
        </p:nvSpPr>
        <p:spPr>
          <a:xfrm xmlns:a="http://schemas.openxmlformats.org/drawingml/2006/main">
            <a:off x="11574470" y="6480000"/>
            <a:ext cx="157094"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r">
              <a:lnSpc>
                <a:spcPct val="100000"/>
              </a:lnSpc>
              <a:spcBef>
                <a:spcPts val="0"/>
              </a:spcBef>
              <a:spcAft>
                <a:spcPts val="0"/>
              </a:spcAft>
              <a:buNone/>
            </a:pPr>
            <a:fld id="{EE5B3003-2C54-13C6-9832-7637201064DE}" type="slidenum">
              <a:t>5</a:t>
            </a:fld>
          </a:p>
        </p:txBody>
      </p:sp>
      <p:graphicFrame>
        <p:nvGraphicFramePr>
          <p:cNvPr id="195" name="Google Shape;188;p4"/>
          <p:cNvGraphicFramePr/>
          <p:nvPr/>
        </p:nvGraphicFramePr>
        <p:xfrm>
          <a:off xmlns:a="http://schemas.openxmlformats.org/drawingml/2006/main" x="259199" y="1196186"/>
          <a:ext xmlns:a="http://schemas.openxmlformats.org/drawingml/2006/main" cx="3000000" cy="3000000"/>
        </p:xfrm>
        <a:graphic xmlns:a="http://schemas.openxmlformats.org/drawingml/2006/main">
          <a:graphicData uri="http://schemas.openxmlformats.org/drawingml/2006/table">
            <a:tbl>
              <a:tblPr>
                <a:tableStyleId>{D7072550-EF59-46E0-827C-C5B7B6B1D680}</a:tableStyleId>
              </a:tblPr>
              <a:tblGrid>
                <a:gridCol w="2377850"/>
                <a:gridCol w="2761375"/>
              </a:tblGrid>
              <a:tr h="1212025">
                <a:tc>
                  <a:txBody>
                    <a:bodyPr/>
                    <a:lstStyle/>
                    <a:p>
                      <a:pPr marL="0" indent="0" algn="l">
                        <a:lnSpc>
                          <a:spcPct val="115000"/>
                        </a:lnSpc>
                        <a:buNone/>
                      </a:pPr>
                      <a:r>
                        <a:rPr sz="1700" b="1" i="0" u="none" cap="none">
                          <a:solidFill>
                            <a:srgbClr val="FFFFFF"/>
                          </a:solidFill>
                          <a:latin typeface="Arial"/>
                          <a:ea typeface="Arial"/>
                          <a:cs typeface="Arial"/>
                        </a:rPr>
                        <a:t>Install</a:t>
                      </a:r>
                    </a:p>
                  </a:txBody>
                  <a:tcPr marL="91450" marR="91450" marT="45725" marB="45725" anchor="ctr">
                    <a:lnL w="12700" cmpd="sng">
                      <a:solidFill>
                        <a:srgbClr val="32C4F3"/>
                      </a:solidFill>
                      <a:prstDash val="solid"/>
                    </a:lnL>
                    <a:lnR w="12700" cmpd="sng">
                      <a:solidFill>
                        <a:srgbClr val="FFFFFF"/>
                      </a:solidFill>
                      <a:prstDash val="solid"/>
                    </a:lnR>
                    <a:lnT w="12700" cmpd="sng">
                      <a:solidFill>
                        <a:srgbClr val="32C4F3"/>
                      </a:solidFill>
                      <a:prstDash val="solid"/>
                    </a:lnT>
                    <a:lnB w="19375" cmpd="sng">
                      <a:solidFill>
                        <a:srgbClr val="DFE3E3"/>
                      </a:solidFill>
                      <a:prstDash val="solid"/>
                    </a:lnB>
                    <a:solidFill>
                      <a:srgbClr val="0BA2B3"/>
                    </a:solidFill>
                  </a:tcPr>
                </a:tc>
                <a:tc>
                  <a:txBody>
                    <a:bodyPr/>
                    <a:lstStyle/>
                    <a:p>
                      <a:pPr marL="0" indent="0" algn="l">
                        <a:lnSpc>
                          <a:spcPct val="115000"/>
                        </a:lnSpc>
                        <a:buNone/>
                      </a:pPr>
                      <a:r>
                        <a:rPr sz="1700"/>
                        <a:t>npm install</a:t>
                      </a:r>
                    </a:p>
                  </a:txBody>
                  <a:tcPr marL="91450" marR="91450" marT="45725" marB="45725" anchor="ctr">
                    <a:lnL w="12700" cmpd="sng">
                      <a:solidFill>
                        <a:srgbClr val="FFFFFF"/>
                      </a:solidFill>
                      <a:prstDash val="solid"/>
                    </a:lnL>
                    <a:lnR w="12700" cmpd="sng">
                      <a:solidFill>
                        <a:srgbClr val="32C4F3"/>
                      </a:solidFill>
                      <a:prstDash val="solid"/>
                    </a:lnR>
                    <a:lnT w="12700" cmpd="sng">
                      <a:solidFill>
                        <a:srgbClr val="32C4F3"/>
                      </a:solidFill>
                      <a:prstDash val="solid"/>
                    </a:lnT>
                    <a:lnB w="19375" cmpd="sng">
                      <a:solidFill>
                        <a:srgbClr val="DFE3E3"/>
                      </a:solidFill>
                      <a:prstDash val="solid"/>
                    </a:lnB>
                    <a:solidFill>
                      <a:srgbClr val="0BA2B3"/>
                    </a:solidFill>
                  </a:tcPr>
                </a:tc>
              </a:tr>
              <a:tr h="1212025">
                <a:tc>
                  <a:txBody>
                    <a:bodyPr/>
                    <a:lstStyle/>
                    <a:p>
                      <a:pPr marL="0" indent="0" algn="l">
                        <a:lnSpc>
                          <a:spcPct val="115000"/>
                        </a:lnSpc>
                        <a:buNone/>
                      </a:pPr>
                      <a:r>
                        <a:rPr sz="1700" b="1" i="0" u="none" cap="none">
                          <a:solidFill>
                            <a:srgbClr val="FFFFFF"/>
                          </a:solidFill>
                          <a:latin typeface="Arial"/>
                          <a:ea typeface="Arial"/>
                          <a:cs typeface="Arial"/>
                        </a:rPr>
                        <a:t>Verify</a:t>
                      </a:r>
                    </a:p>
                  </a:txBody>
                  <a:tcPr marL="91450" marR="91450" marT="45725" marB="45725" anchor="ctr">
                    <a:lnL w="12700" cmpd="sng">
                      <a:solidFill>
                        <a:srgbClr val="32C4F3"/>
                      </a:solidFill>
                      <a:prstDash val="solid"/>
                    </a:lnL>
                    <a:lnR w="12700" cmpd="sng">
                      <a:solidFill>
                        <a:srgbClr val="FFFFFF"/>
                      </a:solidFill>
                      <a:prstDash val="solid"/>
                    </a:lnR>
                    <a:lnT w="19375" cmpd="sng">
                      <a:solidFill>
                        <a:srgbClr val="DFE3E3"/>
                      </a:solidFill>
                      <a:prstDash val="solid"/>
                    </a:lnT>
                    <a:lnB w="19375" cmpd="sng">
                      <a:solidFill>
                        <a:srgbClr val="DFE3E3"/>
                      </a:solidFill>
                      <a:prstDash val="solid"/>
                    </a:lnB>
                    <a:solidFill>
                      <a:srgbClr val="0BA2B3"/>
                    </a:solidFill>
                  </a:tcPr>
                </a:tc>
                <a:tc>
                  <a:txBody>
                    <a:bodyPr/>
                    <a:lstStyle/>
                    <a:p>
                      <a:pPr marL="0" indent="0" algn="l">
                        <a:lnSpc>
                          <a:spcPct val="115000"/>
                        </a:lnSpc>
                        <a:buNone/>
                      </a:pPr>
                      <a:r>
                        <a:rPr sz="1700"/>
                        <a:t>npm run smoke</a:t>
                      </a:r>
                    </a:p>
                  </a:txBody>
                  <a:tcPr marL="91450" marR="91450" marT="45725" marB="45725" anchor="ctr">
                    <a:lnL w="12700" cmpd="sng">
                      <a:solidFill>
                        <a:srgbClr val="FFFFFF"/>
                      </a:solidFill>
                      <a:prstDash val="solid"/>
                    </a:lnL>
                    <a:lnR w="12700" cmpd="sng">
                      <a:solidFill>
                        <a:srgbClr val="32C4F3"/>
                      </a:solidFill>
                      <a:prstDash val="solid"/>
                    </a:lnR>
                    <a:lnT w="19375" cmpd="sng">
                      <a:solidFill>
                        <a:srgbClr val="DFE3E3"/>
                      </a:solidFill>
                      <a:prstDash val="solid"/>
                    </a:lnT>
                    <a:lnB w="19375" cmpd="sng">
                      <a:solidFill>
                        <a:srgbClr val="DFE3E3"/>
                      </a:solidFill>
                      <a:prstDash val="solid"/>
                    </a:lnB>
                    <a:solidFill>
                      <a:srgbClr val="0BA2B3"/>
                    </a:solidFill>
                  </a:tcPr>
                </a:tc>
              </a:tr>
              <a:tr h="920650">
                <a:tc>
                  <a:txBody>
                    <a:bodyPr/>
                    <a:lstStyle/>
                    <a:p>
                      <a:pPr marL="0" indent="0" algn="l">
                        <a:lnSpc>
                          <a:spcPct val="115000"/>
                        </a:lnSpc>
                        <a:buNone/>
                      </a:pPr>
                      <a:r>
                        <a:rPr sz="1700" b="1" i="0" u="none" cap="none">
                          <a:solidFill>
                            <a:srgbClr val="FFFFFF"/>
                          </a:solidFill>
                          <a:latin typeface="Arial"/>
                          <a:ea typeface="Arial"/>
                          <a:cs typeface="Arial"/>
                        </a:rPr>
                        <a:t>Run</a:t>
                      </a:r>
                    </a:p>
                  </a:txBody>
                  <a:tcPr marL="91450" marR="91450" marT="45725" marB="45725" anchor="ctr">
                    <a:lnL w="12700" cmpd="sng">
                      <a:solidFill>
                        <a:srgbClr val="32C4F3"/>
                      </a:solidFill>
                      <a:prstDash val="solid"/>
                    </a:lnL>
                    <a:lnR w="12700" cmpd="sng">
                      <a:solidFill>
                        <a:srgbClr val="FFFFFF"/>
                      </a:solidFill>
                      <a:prstDash val="solid"/>
                    </a:lnR>
                    <a:lnT w="19375" cmpd="sng">
                      <a:solidFill>
                        <a:srgbClr val="DFE3E3"/>
                      </a:solidFill>
                      <a:prstDash val="solid"/>
                    </a:lnT>
                    <a:lnB w="19375" cmpd="sng">
                      <a:solidFill>
                        <a:srgbClr val="DFE3E3"/>
                      </a:solidFill>
                      <a:prstDash val="solid"/>
                    </a:lnB>
                    <a:solidFill>
                      <a:srgbClr val="0BA2B3"/>
                    </a:solidFill>
                  </a:tcPr>
                </a:tc>
                <a:tc>
                  <a:txBody>
                    <a:bodyPr/>
                    <a:lstStyle/>
                    <a:p>
                      <a:pPr marL="0" indent="0" algn="l">
                        <a:lnSpc>
                          <a:spcPct val="115000"/>
                        </a:lnSpc>
                        <a:buNone/>
                      </a:pPr>
                      <a:r>
                        <a:rPr sz="1700"/>
                        <a:t>npm run dev:live</a:t>
                      </a:r>
                    </a:p>
                  </a:txBody>
                  <a:tcPr marL="91450" marR="91450" marT="45725" marB="45725" anchor="ctr">
                    <a:lnL w="12700" cmpd="sng">
                      <a:solidFill>
                        <a:srgbClr val="FFFFFF"/>
                      </a:solidFill>
                      <a:prstDash val="solid"/>
                    </a:lnL>
                    <a:lnR w="12700" cmpd="sng">
                      <a:solidFill>
                        <a:srgbClr val="32C4F3"/>
                      </a:solidFill>
                      <a:prstDash val="solid"/>
                    </a:lnR>
                    <a:lnT w="19375" cmpd="sng">
                      <a:solidFill>
                        <a:srgbClr val="DFE3E3"/>
                      </a:solidFill>
                      <a:prstDash val="solid"/>
                    </a:lnT>
                    <a:lnB w="19375" cmpd="sng">
                      <a:solidFill>
                        <a:srgbClr val="DFE3E3"/>
                      </a:solidFill>
                      <a:prstDash val="solid"/>
                    </a:lnB>
                    <a:solidFill>
                      <a:srgbClr val="0BA2B3"/>
                    </a:solidFill>
                  </a:tcPr>
                </a:tc>
              </a:tr>
              <a:tr h="920650">
                <a:tc>
                  <a:txBody>
                    <a:bodyPr/>
                    <a:lstStyle/>
                    <a:p>
                      <a:pPr marL="0" indent="0" algn="l">
                        <a:lnSpc>
                          <a:spcPct val="115000"/>
                        </a:lnSpc>
                        <a:buNone/>
                      </a:pPr>
                      <a:r>
                        <a:rPr sz="1700" b="1" i="0" u="none" cap="none">
                          <a:solidFill>
                            <a:srgbClr val="FFFFFF"/>
                          </a:solidFill>
                          <a:latin typeface="Arial"/>
                          <a:ea typeface="Arial"/>
                          <a:cs typeface="Arial"/>
                        </a:rPr>
                        <a:t>URLs</a:t>
                      </a:r>
                    </a:p>
                  </a:txBody>
                  <a:tcPr marL="91450" marR="91450" marT="45725" marB="45725" anchor="ctr">
                    <a:lnL w="12700" cmpd="sng">
                      <a:solidFill>
                        <a:srgbClr val="32C4F3"/>
                      </a:solidFill>
                      <a:prstDash val="solid"/>
                    </a:lnL>
                    <a:lnR w="12700" cmpd="sng">
                      <a:solidFill>
                        <a:srgbClr val="FFFFFF"/>
                      </a:solidFill>
                      <a:prstDash val="solid"/>
                    </a:lnR>
                    <a:lnT w="19375" cmpd="sng">
                      <a:solidFill>
                        <a:srgbClr val="DFE3E3"/>
                      </a:solidFill>
                      <a:prstDash val="solid"/>
                    </a:lnT>
                    <a:lnB w="19375" cmpd="sng">
                      <a:solidFill>
                        <a:srgbClr val="DFE3E3"/>
                      </a:solidFill>
                      <a:prstDash val="solid"/>
                    </a:lnB>
                    <a:solidFill>
                      <a:srgbClr val="0BA2B3"/>
                    </a:solidFill>
                  </a:tcPr>
                </a:tc>
                <a:tc>
                  <a:txBody>
                    <a:bodyPr/>
                    <a:lstStyle/>
                    <a:p>
                      <a:pPr marL="0" indent="0" algn="l">
                        <a:lnSpc>
                          <a:spcPct val="115000"/>
                        </a:lnSpc>
                        <a:buNone/>
                      </a:pPr>
                      <a:r>
                        <a:rPr sz="1700"/>
                        <a:t>Console 5183; dashboard 5184; API 8887; worker 8890</a:t>
                      </a:r>
                    </a:p>
                  </a:txBody>
                  <a:tcPr marL="91450" marR="91450" marT="45725" marB="45725" anchor="ctr">
                    <a:lnL w="12700" cmpd="sng">
                      <a:solidFill>
                        <a:srgbClr val="FFFFFF"/>
                      </a:solidFill>
                      <a:prstDash val="solid"/>
                    </a:lnL>
                    <a:lnR w="12700" cmpd="sng">
                      <a:solidFill>
                        <a:srgbClr val="32C4F3"/>
                      </a:solidFill>
                      <a:prstDash val="solid"/>
                    </a:lnR>
                    <a:lnT w="19375" cmpd="sng">
                      <a:solidFill>
                        <a:srgbClr val="DFE3E3"/>
                      </a:solidFill>
                      <a:prstDash val="solid"/>
                    </a:lnT>
                    <a:lnB w="19375" cmpd="sng">
                      <a:solidFill>
                        <a:srgbClr val="DFE3E3"/>
                      </a:solidFill>
                      <a:prstDash val="solid"/>
                    </a:lnB>
                    <a:solidFill>
                      <a:srgbClr val="0BA2B3"/>
                    </a:solidFill>
                  </a:tcPr>
                </a:tc>
              </a:tr>
              <a:tr h="1172350">
                <a:tc>
                  <a:txBody>
                    <a:bodyPr/>
                    <a:lstStyle/>
                    <a:p>
                      <a:pPr marL="0" indent="0" algn="l">
                        <a:lnSpc>
                          <a:spcPct val="115000"/>
                        </a:lnSpc>
                        <a:buNone/>
                      </a:pPr>
                      <a:r>
                        <a:rPr sz="1700" b="1" i="0" u="none" cap="none">
                          <a:solidFill>
                            <a:srgbClr val="FFFFFF"/>
                          </a:solidFill>
                          <a:latin typeface="Arial"/>
                          <a:ea typeface="Arial"/>
                          <a:cs typeface="Arial"/>
                        </a:rPr>
                        <a:t>README includes</a:t>
                      </a:r>
                    </a:p>
                  </a:txBody>
                  <a:tcPr marL="91450" marR="91450" marT="45725" marB="45725" anchor="ctr">
                    <a:lnL w="12700" cmpd="sng">
                      <a:solidFill>
                        <a:srgbClr val="32C4F3"/>
                      </a:solidFill>
                      <a:prstDash val="solid"/>
                    </a:lnL>
                    <a:lnR w="12700" cmpd="sng">
                      <a:solidFill>
                        <a:srgbClr val="FFFFFF"/>
                      </a:solidFill>
                      <a:prstDash val="solid"/>
                    </a:lnR>
                    <a:lnT w="19375" cmpd="sng">
                      <a:solidFill>
                        <a:srgbClr val="DFE3E3"/>
                      </a:solidFill>
                      <a:prstDash val="solid"/>
                    </a:lnT>
                    <a:lnB w="12700" cmpd="sng">
                      <a:solidFill>
                        <a:srgbClr val="32C4F3"/>
                      </a:solidFill>
                      <a:prstDash val="solid"/>
                    </a:lnB>
                    <a:solidFill>
                      <a:srgbClr val="0BA2B3"/>
                    </a:solidFill>
                  </a:tcPr>
                </a:tc>
                <a:tc>
                  <a:txBody>
                    <a:bodyPr/>
                    <a:lstStyle/>
                    <a:p>
                      <a:pPr marL="0" indent="0" algn="l">
                        <a:lnSpc>
                          <a:spcPct val="115000"/>
                        </a:lnSpc>
                        <a:buNone/>
                      </a:pPr>
                      <a:r>
                        <a:rPr sz="1700"/>
                        <a:t>Description, components, agent type, setup</a:t>
                      </a:r>
                    </a:p>
                  </a:txBody>
                  <a:tcPr marL="91450" marR="91450" marT="45725" marB="45725" anchor="ctr">
                    <a:lnL w="12700" cmpd="sng">
                      <a:solidFill>
                        <a:srgbClr val="FFFFFF"/>
                      </a:solidFill>
                      <a:prstDash val="solid"/>
                    </a:lnL>
                    <a:lnR w="12700" cmpd="sng">
                      <a:solidFill>
                        <a:srgbClr val="32C4F3"/>
                      </a:solidFill>
                      <a:prstDash val="solid"/>
                    </a:lnR>
                    <a:lnT w="19375" cmpd="sng">
                      <a:solidFill>
                        <a:srgbClr val="DFE3E3"/>
                      </a:solidFill>
                      <a:prstDash val="solid"/>
                    </a:lnT>
                    <a:lnB w="12700" cmpd="sng">
                      <a:solidFill>
                        <a:srgbClr val="32C4F3"/>
                      </a:solidFill>
                      <a:prstDash val="solid"/>
                    </a:lnB>
                    <a:solidFill>
                      <a:srgbClr val="0BA2B3"/>
                    </a:solidFill>
                  </a:tcPr>
                </a:tc>
              </a:tr>
            </a:tbl>
          </a:graphicData>
        </a:graphic>
      </p:graphicFrame>
      <p:sp>
        <p:nvSpPr>
          <p:cNvPr id="189" name="Google Shape;189;p4">
            <a:extLst xmlns:a="http://schemas.openxmlformats.org/drawingml/2006/main">
              <a:ext uri="{FF2B5EF4-FFF2-40B4-BE49-F238E27FC236}">
                <a16:creationId xmlns:a16="http://schemas.microsoft.com/office/drawing/2014/main" id="{06F6DD4B-1715-4866-A35D-91CA03B8904D}"/>
              </a:ext>
            </a:extLst>
          </p:cNvPr>
          <p:cNvSpPr>
            <a:spLocks xmlns:a="http://schemas.openxmlformats.org/drawingml/2006/main" noGrp="1"/>
          </p:cNvSpPr>
          <p:nvPr/>
        </p:nvSpPr>
        <p:spPr>
          <a:xfrm xmlns:a="http://schemas.openxmlformats.org/drawingml/2006/main">
            <a:off x="359999" y="859929"/>
            <a:ext cx="10398300" cy="6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800" b="0" i="0" u="none" cap="none">
                <a:solidFill>
                  <a:srgbClr val="000000"/>
                </a:solidFill>
                <a:latin typeface="Times New Roman"/>
                <a:ea typeface="Times New Roman"/>
                <a:cs typeface="Times New Roman"/>
              </a:rPr>
              <a:t> </a:t>
            </a:r>
          </a:p>
          <a:p xmlns:a="http://schemas.openxmlformats.org/drawingml/2006/main">
            <a:pPr marL="0" indent="0" algn="l">
              <a:lnSpc>
                <a:spcPct val="100000"/>
              </a:lnSpc>
              <a:spcBef>
                <a:spcPts val="0"/>
              </a:spcBef>
              <a:spcAft>
                <a:spcPts val="0"/>
              </a:spcAft>
              <a:buNone/>
            </a:pPr>
            <a:r>
              <a:t/>
            </a:r>
          </a:p>
        </p:txBody>
      </p:sp>
      <p:sp>
        <p:nvSpPr>
          <p:cNvPr id="190" name="Google Shape;190;p4">
            <a:extLst xmlns:a="http://schemas.openxmlformats.org/drawingml/2006/main">
              <a:ext uri="{FF2B5EF4-FFF2-40B4-BE49-F238E27FC236}">
                <a16:creationId xmlns:a16="http://schemas.microsoft.com/office/drawing/2014/main" id="{AB48FC71-B2B6-4893-A8E5-E8254A709A1C}"/>
              </a:ext>
            </a:extLst>
          </p:cNvPr>
          <p:cNvSpPr>
            <a:spLocks xmlns:a="http://schemas.openxmlformats.org/drawingml/2006/main" noGrp="1"/>
          </p:cNvSpPr>
          <p:nvPr/>
        </p:nvSpPr>
        <p:spPr>
          <a:xfrm xmlns:a="http://schemas.openxmlformats.org/drawingml/2006/main">
            <a:off x="6438691" y="1016651"/>
            <a:ext cx="5497800" cy="48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p xmlns:a="http://schemas.openxmlformats.org/drawingml/2006/main">
            <a:pPr marL="0" indent="0" algn="l">
              <a:lnSpc>
                <a:spcPct val="90000"/>
              </a:lnSpc>
              <a:spcBef>
                <a:spcPts val="0"/>
              </a:spcBef>
              <a:spcAft>
                <a:spcPts val="0"/>
              </a:spcAft>
              <a:buNone/>
            </a:pPr>
            <a:r>
              <a:rPr sz="2100" b="1" i="0" u="none" cap="none">
                <a:solidFill>
                  <a:schemeClr val="dk1"/>
                </a:solidFill>
                <a:latin typeface="Arial"/>
                <a:ea typeface="Arial"/>
                <a:cs typeface="Arial"/>
              </a:rPr>
              <a:t>What judges can inspect</a:t>
            </a:r>
          </a:p>
        </p:txBody>
      </p:sp>
      <p:sp>
        <p:nvSpPr>
          <p:cNvPr id="191" name="Google Shape;191;p4">
            <a:extLst xmlns:a="http://schemas.openxmlformats.org/drawingml/2006/main">
              <a:ext uri="{FF2B5EF4-FFF2-40B4-BE49-F238E27FC236}">
                <a16:creationId xmlns:a16="http://schemas.microsoft.com/office/drawing/2014/main" id="{1866E36F-42E2-4CB4-BB1E-0F940623798C}"/>
              </a:ext>
            </a:extLst>
          </p:cNvPr>
          <p:cNvSpPr>
            <a:spLocks xmlns:a="http://schemas.openxmlformats.org/drawingml/2006/main" noGrp="1"/>
          </p:cNvSpPr>
          <p:nvPr/>
        </p:nvSpPr>
        <p:spPr>
          <a:xfrm xmlns:a="http://schemas.openxmlformats.org/drawingml/2006/main">
            <a:off x="6302301" y="1779735"/>
            <a:ext cx="5500500" cy="442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457200" indent="-342900" algn="l">
              <a:lnSpc>
                <a:spcPct val="150000"/>
              </a:lnSpc>
              <a:spcBef>
                <a:spcPts val="1200"/>
              </a:spcBef>
              <a:spcAft>
                <a:spcPts val="0"/>
              </a:spcAft>
              <a:buChar char="●"/>
            </a:pPr>
            <a:r>
              <a:rPr sz="1800">
                <a:solidFill>
                  <a:srgbClr val="1D1D1F"/>
                </a:solidFill>
                <a:highlight>
                  <a:srgbClr val="FFFFFF"/>
                </a:highlight>
              </a:rPr>
              <a:t>Submit Customer360 request.</a:t>
            </a:r>
          </a:p>
          <a:p xmlns:a="http://schemas.openxmlformats.org/drawingml/2006/main">
            <a:pPr marL="457200" indent="-342900" algn="l">
              <a:lnSpc>
                <a:spcPct val="150000"/>
              </a:lnSpc>
              <a:spcBef>
                <a:spcPts val="0"/>
              </a:spcBef>
              <a:spcAft>
                <a:spcPts val="0"/>
              </a:spcAft>
              <a:buChar char="●"/>
            </a:pPr>
            <a:r>
              <a:rPr sz="1800">
                <a:solidFill>
                  <a:srgbClr val="1D1D1F"/>
                </a:solidFill>
                <a:highlight>
                  <a:srgbClr val="FFFFFF"/>
                </a:highlight>
              </a:rPr>
              <a:t>Review generated clarifications and build plan.</a:t>
            </a:r>
          </a:p>
          <a:p xmlns:a="http://schemas.openxmlformats.org/drawingml/2006/main">
            <a:pPr marL="457200" indent="-342900" algn="l">
              <a:lnSpc>
                <a:spcPct val="150000"/>
              </a:lnSpc>
              <a:spcBef>
                <a:spcPts val="0"/>
              </a:spcBef>
              <a:spcAft>
                <a:spcPts val="0"/>
              </a:spcAft>
              <a:buChar char="●"/>
            </a:pPr>
            <a:r>
              <a:rPr sz="1800">
                <a:solidFill>
                  <a:srgbClr val="1D1D1F"/>
                </a:solidFill>
                <a:highlight>
                  <a:srgbClr val="FFFFFF"/>
                </a:highlight>
              </a:rPr>
              <a:t>Approve scope, watch Live Run, approve release.</a:t>
            </a:r>
          </a:p>
          <a:p xmlns:a="http://schemas.openxmlformats.org/drawingml/2006/main">
            <a:pPr marL="457200" indent="-342900" algn="l">
              <a:lnSpc>
                <a:spcPct val="150000"/>
              </a:lnSpc>
              <a:spcBef>
                <a:spcPts val="0"/>
              </a:spcBef>
              <a:spcAft>
                <a:spcPts val="0"/>
              </a:spcAft>
              <a:buChar char="●"/>
            </a:pPr>
            <a:r>
              <a:rPr sz="1800">
                <a:solidFill>
                  <a:srgbClr val="1D1D1F"/>
                </a:solidFill>
                <a:highlight>
                  <a:srgbClr val="FFFFFF"/>
                </a:highlight>
              </a:rPr>
              <a:t>Open sandbox preview at localhost:5184.</a:t>
            </a:r>
          </a:p>
          <a:p xmlns:a="http://schemas.openxmlformats.org/drawingml/2006/main">
            <a:pPr marL="457200" indent="0" algn="l">
              <a:lnSpc>
                <a:spcPct val="122222"/>
              </a:lnSpc>
              <a:spcBef>
                <a:spcPts val="1200"/>
              </a:spcBef>
              <a:spcAft>
                <a:spcPts val="0"/>
              </a:spcAft>
              <a:buNone/>
            </a:pPr>
            <a:r>
              <a:t>Inspect manifest, audit, tests, platform evidence, and worker contract.</a:t>
            </a:r>
          </a:p>
        </p:txBody>
      </p:sp>
    </p:spTree>
    <p:extLst>
      <p:ext uri="{BB962C8B-B14F-4D97-AF65-F5344CB8AC3E}">
        <p14:creationId xmlns:p14="http://schemas.microsoft.com/office/powerpoint/2010/main" val="262565142"/>
      </p:ext>
    </p:extLst>
  </p:cSl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iPath color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2026-06-30T02:28:27.7560000Z</dcterms:created>
  <dcterms:modified xsi:type="dcterms:W3CDTF">2026-06-30T02:28:27.7560000Z</dcterms:modified>
</coreProperties>
</file>